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
  </p:notesMasterIdLst>
  <p:sldIdLst>
    <p:sldId id="256" r:id="rId2"/>
    <p:sldId id="257" r:id="rId3"/>
    <p:sldId id="259" r:id="rId4"/>
    <p:sldId id="258" r:id="rId5"/>
    <p:sldId id="260" r:id="rId6"/>
    <p:sldId id="261" r:id="rId7"/>
    <p:sldId id="262" r:id="rId8"/>
    <p:sldId id="263" r:id="rId9"/>
  </p:sldIdLst>
  <p:sldSz cx="12192000" cy="6858000"/>
  <p:notesSz cx="6858000" cy="9144000"/>
  <p:embeddedFontLst>
    <p:embeddedFont>
      <p:font typeface="Lato" panose="020B060402020202020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4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GS5aeagp/XPa6H76brs+STaTOH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0DDE6C-553D-857F-2016-66BD6D2799E1}" v="1" dt="2025-11-03T03:39:33.090"/>
    <p1510:client id="{4431B00A-6FDA-DC9C-FCF7-4AA6A1F440BF}" v="1" dt="2025-11-03T03:50:11.986"/>
    <p1510:client id="{AC5B3CBB-8973-441C-07B0-F12768A9CFEB}" v="28" dt="2025-11-03T04:01:44.5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64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viewProps" Target="viewProps.xml"/><Relationship Id="rId5" Type="http://schemas.openxmlformats.org/officeDocument/2006/relationships/slide" Target="slides/slide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customschemas.google.com/relationships/presentationmetadata" Target="meta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ttym041@gmail.com" userId="S::urn:spo:guest#shettym041@gmail.com::" providerId="AD" clId="Web-{1A0DDE6C-553D-857F-2016-66BD6D2799E1}"/>
    <pc:docChg chg="sldOrd">
      <pc:chgData name="shettym041@gmail.com" userId="S::urn:spo:guest#shettym041@gmail.com::" providerId="AD" clId="Web-{1A0DDE6C-553D-857F-2016-66BD6D2799E1}" dt="2025-11-03T03:39:33.090" v="0"/>
      <pc:docMkLst>
        <pc:docMk/>
      </pc:docMkLst>
      <pc:sldChg chg="ord">
        <pc:chgData name="shettym041@gmail.com" userId="S::urn:spo:guest#shettym041@gmail.com::" providerId="AD" clId="Web-{1A0DDE6C-553D-857F-2016-66BD6D2799E1}" dt="2025-11-03T03:39:33.090" v="0"/>
        <pc:sldMkLst>
          <pc:docMk/>
          <pc:sldMk cId="0" sldId="258"/>
        </pc:sldMkLst>
      </pc:sldChg>
    </pc:docChg>
  </pc:docChgLst>
  <pc:docChgLst>
    <pc:chgData name="Sirisha Pamidipati" userId="S::sirisha1.pamidipati@upgrad.com::14d9fdab-a2ea-4779-89d5-ca7f96421907" providerId="AD" clId="Web-{AC5B3CBB-8973-441C-07B0-F12768A9CFEB}"/>
    <pc:docChg chg="modSld">
      <pc:chgData name="Sirisha Pamidipati" userId="S::sirisha1.pamidipati@upgrad.com::14d9fdab-a2ea-4779-89d5-ca7f96421907" providerId="AD" clId="Web-{AC5B3CBB-8973-441C-07B0-F12768A9CFEB}" dt="2025-11-03T03:49:56.362" v="14" actId="20577"/>
      <pc:docMkLst>
        <pc:docMk/>
      </pc:docMkLst>
      <pc:sldChg chg="modSp">
        <pc:chgData name="Sirisha Pamidipati" userId="S::sirisha1.pamidipati@upgrad.com::14d9fdab-a2ea-4779-89d5-ca7f96421907" providerId="AD" clId="Web-{AC5B3CBB-8973-441C-07B0-F12768A9CFEB}" dt="2025-11-03T03:12:35.529" v="9" actId="20577"/>
        <pc:sldMkLst>
          <pc:docMk/>
          <pc:sldMk cId="0" sldId="260"/>
        </pc:sldMkLst>
        <pc:spChg chg="mod">
          <ac:chgData name="Sirisha Pamidipati" userId="S::sirisha1.pamidipati@upgrad.com::14d9fdab-a2ea-4779-89d5-ca7f96421907" providerId="AD" clId="Web-{AC5B3CBB-8973-441C-07B0-F12768A9CFEB}" dt="2025-11-03T02:56:58.370" v="0" actId="20577"/>
          <ac:spMkLst>
            <pc:docMk/>
            <pc:sldMk cId="0" sldId="260"/>
            <ac:spMk id="141" creationId="{00000000-0000-0000-0000-000000000000}"/>
          </ac:spMkLst>
        </pc:spChg>
        <pc:spChg chg="mod">
          <ac:chgData name="Sirisha Pamidipati" userId="S::sirisha1.pamidipati@upgrad.com::14d9fdab-a2ea-4779-89d5-ca7f96421907" providerId="AD" clId="Web-{AC5B3CBB-8973-441C-07B0-F12768A9CFEB}" dt="2025-11-03T03:12:35.529" v="9" actId="20577"/>
          <ac:spMkLst>
            <pc:docMk/>
            <pc:sldMk cId="0" sldId="260"/>
            <ac:spMk id="144" creationId="{00000000-0000-0000-0000-000000000000}"/>
          </ac:spMkLst>
        </pc:spChg>
      </pc:sldChg>
      <pc:sldChg chg="modSp">
        <pc:chgData name="Sirisha Pamidipati" userId="S::sirisha1.pamidipati@upgrad.com::14d9fdab-a2ea-4779-89d5-ca7f96421907" providerId="AD" clId="Web-{AC5B3CBB-8973-441C-07B0-F12768A9CFEB}" dt="2025-11-03T03:40:55.591" v="10" actId="20577"/>
        <pc:sldMkLst>
          <pc:docMk/>
          <pc:sldMk cId="0" sldId="261"/>
        </pc:sldMkLst>
        <pc:spChg chg="mod">
          <ac:chgData name="Sirisha Pamidipati" userId="S::sirisha1.pamidipati@upgrad.com::14d9fdab-a2ea-4779-89d5-ca7f96421907" providerId="AD" clId="Web-{AC5B3CBB-8973-441C-07B0-F12768A9CFEB}" dt="2025-11-03T03:40:55.591" v="10" actId="20577"/>
          <ac:spMkLst>
            <pc:docMk/>
            <pc:sldMk cId="0" sldId="261"/>
            <ac:spMk id="151" creationId="{00000000-0000-0000-0000-000000000000}"/>
          </ac:spMkLst>
        </pc:spChg>
      </pc:sldChg>
      <pc:sldChg chg="modSp">
        <pc:chgData name="Sirisha Pamidipati" userId="S::sirisha1.pamidipati@upgrad.com::14d9fdab-a2ea-4779-89d5-ca7f96421907" providerId="AD" clId="Web-{AC5B3CBB-8973-441C-07B0-F12768A9CFEB}" dt="2025-11-03T03:49:56.362" v="14" actId="20577"/>
        <pc:sldMkLst>
          <pc:docMk/>
          <pc:sldMk cId="0" sldId="262"/>
        </pc:sldMkLst>
        <pc:spChg chg="mod">
          <ac:chgData name="Sirisha Pamidipati" userId="S::sirisha1.pamidipati@upgrad.com::14d9fdab-a2ea-4779-89d5-ca7f96421907" providerId="AD" clId="Web-{AC5B3CBB-8973-441C-07B0-F12768A9CFEB}" dt="2025-11-03T03:48:14.674" v="11" actId="20577"/>
          <ac:spMkLst>
            <pc:docMk/>
            <pc:sldMk cId="0" sldId="262"/>
            <ac:spMk id="161" creationId="{00000000-0000-0000-0000-000000000000}"/>
          </ac:spMkLst>
        </pc:spChg>
        <pc:spChg chg="mod">
          <ac:chgData name="Sirisha Pamidipati" userId="S::sirisha1.pamidipati@upgrad.com::14d9fdab-a2ea-4779-89d5-ca7f96421907" providerId="AD" clId="Web-{AC5B3CBB-8973-441C-07B0-F12768A9CFEB}" dt="2025-11-03T03:49:56.362" v="14" actId="20577"/>
          <ac:spMkLst>
            <pc:docMk/>
            <pc:sldMk cId="0" sldId="262"/>
            <ac:spMk id="164" creationId="{00000000-0000-0000-0000-000000000000}"/>
          </ac:spMkLst>
        </pc:spChg>
      </pc:sldChg>
    </pc:docChg>
  </pc:docChgLst>
  <pc:docChgLst>
    <pc:chgData name="udayhs2003@gmail.com" userId="S::urn:spo:guest#udayhs2003@gmail.com::" providerId="AD" clId="Web-{4431B00A-6FDA-DC9C-FCF7-4AA6A1F440BF}"/>
    <pc:docChg chg="modSld">
      <pc:chgData name="udayhs2003@gmail.com" userId="S::urn:spo:guest#udayhs2003@gmail.com::" providerId="AD" clId="Web-{4431B00A-6FDA-DC9C-FCF7-4AA6A1F440BF}" dt="2025-11-03T03:50:11.986" v="0" actId="1076"/>
      <pc:docMkLst>
        <pc:docMk/>
      </pc:docMkLst>
      <pc:sldChg chg="modSp">
        <pc:chgData name="udayhs2003@gmail.com" userId="S::urn:spo:guest#udayhs2003@gmail.com::" providerId="AD" clId="Web-{4431B00A-6FDA-DC9C-FCF7-4AA6A1F440BF}" dt="2025-11-03T03:50:11.986" v="0" actId="1076"/>
        <pc:sldMkLst>
          <pc:docMk/>
          <pc:sldMk cId="0" sldId="262"/>
        </pc:sldMkLst>
        <pc:spChg chg="mod">
          <ac:chgData name="udayhs2003@gmail.com" userId="S::urn:spo:guest#udayhs2003@gmail.com::" providerId="AD" clId="Web-{4431B00A-6FDA-DC9C-FCF7-4AA6A1F440BF}" dt="2025-11-03T03:50:11.986" v="0" actId="1076"/>
          <ac:spMkLst>
            <pc:docMk/>
            <pc:sldMk cId="0" sldId="262"/>
            <ac:spMk id="16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43"/>
          <p:cNvSpPr txBox="1">
            <a:spLocks noGrp="1"/>
          </p:cNvSpPr>
          <p:nvPr>
            <p:ph type="sldNum" idx="12"/>
          </p:nvPr>
        </p:nvSpPr>
        <p:spPr>
          <a:xfrm>
            <a:off x="11330665" y="6251679"/>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1pPr>
            <a:lvl2pPr marL="0" marR="0" lvl="1"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2pPr>
            <a:lvl3pPr marL="0" marR="0" lvl="2"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3pPr>
            <a:lvl4pPr marL="0" marR="0" lvl="3"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4pPr>
            <a:lvl5pPr marL="0" marR="0" lvl="4"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5pPr>
            <a:lvl6pPr marL="0" marR="0" lvl="5"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6pPr>
            <a:lvl7pPr marL="0" marR="0" lvl="6"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7pPr>
            <a:lvl8pPr marL="0" marR="0" lvl="7"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8pPr>
            <a:lvl9pPr marL="0" marR="0" lvl="8"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
        <p:cNvGrpSpPr/>
        <p:nvPr/>
      </p:nvGrpSpPr>
      <p:grpSpPr>
        <a:xfrm>
          <a:off x="0" y="0"/>
          <a:ext cx="0" cy="0"/>
          <a:chOff x="0" y="0"/>
          <a:chExt cx="0" cy="0"/>
        </a:xfrm>
      </p:grpSpPr>
      <p:sp>
        <p:nvSpPr>
          <p:cNvPr id="12" name="Google Shape;12;p44"/>
          <p:cNvSpPr txBox="1">
            <a:spLocks noGrp="1"/>
          </p:cNvSpPr>
          <p:nvPr>
            <p:ph type="title"/>
          </p:nvPr>
        </p:nvSpPr>
        <p:spPr>
          <a:xfrm>
            <a:off x="404400" y="548767"/>
            <a:ext cx="11360800" cy="852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3" name="Google Shape;13;p44"/>
          <p:cNvSpPr txBox="1">
            <a:spLocks noGrp="1"/>
          </p:cNvSpPr>
          <p:nvPr>
            <p:ph type="sldNum" idx="12"/>
          </p:nvPr>
        </p:nvSpPr>
        <p:spPr>
          <a:xfrm>
            <a:off x="11330665" y="6251679"/>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1pPr>
            <a:lvl2pPr marL="0" marR="0" lvl="1"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2pPr>
            <a:lvl3pPr marL="0" marR="0" lvl="2"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3pPr>
            <a:lvl4pPr marL="0" marR="0" lvl="3"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4pPr>
            <a:lvl5pPr marL="0" marR="0" lvl="4"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5pPr>
            <a:lvl6pPr marL="0" marR="0" lvl="5"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6pPr>
            <a:lvl7pPr marL="0" marR="0" lvl="6"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7pPr>
            <a:lvl8pPr marL="0" marR="0" lvl="7"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8pPr>
            <a:lvl9pPr marL="0" marR="0" lvl="8"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4"/>
        <p:cNvGrpSpPr/>
        <p:nvPr/>
      </p:nvGrpSpPr>
      <p:grpSpPr>
        <a:xfrm>
          <a:off x="0" y="0"/>
          <a:ext cx="0" cy="0"/>
          <a:chOff x="0" y="0"/>
          <a:chExt cx="0" cy="0"/>
        </a:xfrm>
      </p:grpSpPr>
      <p:cxnSp>
        <p:nvCxnSpPr>
          <p:cNvPr id="15" name="Google Shape;15;p45"/>
          <p:cNvCxnSpPr/>
          <p:nvPr/>
        </p:nvCxnSpPr>
        <p:spPr>
          <a:xfrm>
            <a:off x="3303632" y="554200"/>
            <a:ext cx="8325600" cy="0"/>
          </a:xfrm>
          <a:prstGeom prst="straightConnector1">
            <a:avLst/>
          </a:prstGeom>
          <a:noFill/>
          <a:ln w="38100" cap="flat" cmpd="sng">
            <a:solidFill>
              <a:schemeClr val="lt1"/>
            </a:solidFill>
            <a:prstDash val="solid"/>
            <a:round/>
            <a:headEnd type="none" w="sm" len="sm"/>
            <a:tailEnd type="none" w="sm" len="sm"/>
          </a:ln>
        </p:spPr>
      </p:cxnSp>
      <p:cxnSp>
        <p:nvCxnSpPr>
          <p:cNvPr id="16" name="Google Shape;16;p45"/>
          <p:cNvCxnSpPr/>
          <p:nvPr/>
        </p:nvCxnSpPr>
        <p:spPr>
          <a:xfrm>
            <a:off x="3303632" y="6320000"/>
            <a:ext cx="8325600" cy="0"/>
          </a:xfrm>
          <a:prstGeom prst="straightConnector1">
            <a:avLst/>
          </a:prstGeom>
          <a:noFill/>
          <a:ln w="19050" cap="flat" cmpd="sng">
            <a:solidFill>
              <a:schemeClr val="lt1"/>
            </a:solidFill>
            <a:prstDash val="solid"/>
            <a:round/>
            <a:headEnd type="none" w="sm" len="sm"/>
            <a:tailEnd type="none" w="sm" len="sm"/>
          </a:ln>
        </p:spPr>
      </p:cxnSp>
      <p:cxnSp>
        <p:nvCxnSpPr>
          <p:cNvPr id="17" name="Google Shape;17;p45"/>
          <p:cNvCxnSpPr/>
          <p:nvPr/>
        </p:nvCxnSpPr>
        <p:spPr>
          <a:xfrm>
            <a:off x="566931" y="554200"/>
            <a:ext cx="244400" cy="0"/>
          </a:xfrm>
          <a:prstGeom prst="straightConnector1">
            <a:avLst/>
          </a:prstGeom>
          <a:noFill/>
          <a:ln w="19050" cap="flat" cmpd="sng">
            <a:solidFill>
              <a:schemeClr val="lt1"/>
            </a:solidFill>
            <a:prstDash val="solid"/>
            <a:round/>
            <a:headEnd type="none" w="sm" len="sm"/>
            <a:tailEnd type="none" w="sm" len="sm"/>
          </a:ln>
        </p:spPr>
      </p:cxnSp>
      <p:sp>
        <p:nvSpPr>
          <p:cNvPr id="18" name="Google Shape;18;p45"/>
          <p:cNvSpPr txBox="1">
            <a:spLocks noGrp="1"/>
          </p:cNvSpPr>
          <p:nvPr>
            <p:ph type="ctrTitle"/>
          </p:nvPr>
        </p:nvSpPr>
        <p:spPr>
          <a:xfrm>
            <a:off x="3162300" y="840300"/>
            <a:ext cx="8442000" cy="2056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4800"/>
              <a:buNone/>
              <a:defRPr sz="6400">
                <a:solidFill>
                  <a:schemeClr val="lt1"/>
                </a:solidFill>
              </a:defRPr>
            </a:lvl1pPr>
            <a:lvl2pPr lvl="1" algn="l">
              <a:lnSpc>
                <a:spcPct val="100000"/>
              </a:lnSpc>
              <a:spcBef>
                <a:spcPts val="0"/>
              </a:spcBef>
              <a:spcAft>
                <a:spcPts val="0"/>
              </a:spcAft>
              <a:buClr>
                <a:schemeClr val="lt1"/>
              </a:buClr>
              <a:buSzPts val="4800"/>
              <a:buNone/>
              <a:defRPr sz="6400">
                <a:solidFill>
                  <a:schemeClr val="lt1"/>
                </a:solidFill>
              </a:defRPr>
            </a:lvl2pPr>
            <a:lvl3pPr lvl="2" algn="l">
              <a:lnSpc>
                <a:spcPct val="100000"/>
              </a:lnSpc>
              <a:spcBef>
                <a:spcPts val="0"/>
              </a:spcBef>
              <a:spcAft>
                <a:spcPts val="0"/>
              </a:spcAft>
              <a:buClr>
                <a:schemeClr val="lt1"/>
              </a:buClr>
              <a:buSzPts val="4800"/>
              <a:buNone/>
              <a:defRPr sz="6400">
                <a:solidFill>
                  <a:schemeClr val="lt1"/>
                </a:solidFill>
              </a:defRPr>
            </a:lvl3pPr>
            <a:lvl4pPr lvl="3" algn="l">
              <a:lnSpc>
                <a:spcPct val="100000"/>
              </a:lnSpc>
              <a:spcBef>
                <a:spcPts val="0"/>
              </a:spcBef>
              <a:spcAft>
                <a:spcPts val="0"/>
              </a:spcAft>
              <a:buClr>
                <a:schemeClr val="lt1"/>
              </a:buClr>
              <a:buSzPts val="4800"/>
              <a:buNone/>
              <a:defRPr sz="6400">
                <a:solidFill>
                  <a:schemeClr val="lt1"/>
                </a:solidFill>
              </a:defRPr>
            </a:lvl4pPr>
            <a:lvl5pPr lvl="4" algn="l">
              <a:lnSpc>
                <a:spcPct val="100000"/>
              </a:lnSpc>
              <a:spcBef>
                <a:spcPts val="0"/>
              </a:spcBef>
              <a:spcAft>
                <a:spcPts val="0"/>
              </a:spcAft>
              <a:buClr>
                <a:schemeClr val="lt1"/>
              </a:buClr>
              <a:buSzPts val="4800"/>
              <a:buNone/>
              <a:defRPr sz="6400">
                <a:solidFill>
                  <a:schemeClr val="lt1"/>
                </a:solidFill>
              </a:defRPr>
            </a:lvl5pPr>
            <a:lvl6pPr lvl="5" algn="l">
              <a:lnSpc>
                <a:spcPct val="100000"/>
              </a:lnSpc>
              <a:spcBef>
                <a:spcPts val="0"/>
              </a:spcBef>
              <a:spcAft>
                <a:spcPts val="0"/>
              </a:spcAft>
              <a:buClr>
                <a:schemeClr val="lt1"/>
              </a:buClr>
              <a:buSzPts val="4800"/>
              <a:buNone/>
              <a:defRPr sz="6400">
                <a:solidFill>
                  <a:schemeClr val="lt1"/>
                </a:solidFill>
              </a:defRPr>
            </a:lvl6pPr>
            <a:lvl7pPr lvl="6" algn="l">
              <a:lnSpc>
                <a:spcPct val="100000"/>
              </a:lnSpc>
              <a:spcBef>
                <a:spcPts val="0"/>
              </a:spcBef>
              <a:spcAft>
                <a:spcPts val="0"/>
              </a:spcAft>
              <a:buClr>
                <a:schemeClr val="lt1"/>
              </a:buClr>
              <a:buSzPts val="4800"/>
              <a:buNone/>
              <a:defRPr sz="6400">
                <a:solidFill>
                  <a:schemeClr val="lt1"/>
                </a:solidFill>
              </a:defRPr>
            </a:lvl7pPr>
            <a:lvl8pPr lvl="7" algn="l">
              <a:lnSpc>
                <a:spcPct val="100000"/>
              </a:lnSpc>
              <a:spcBef>
                <a:spcPts val="0"/>
              </a:spcBef>
              <a:spcAft>
                <a:spcPts val="0"/>
              </a:spcAft>
              <a:buClr>
                <a:schemeClr val="lt1"/>
              </a:buClr>
              <a:buSzPts val="4800"/>
              <a:buNone/>
              <a:defRPr sz="6400">
                <a:solidFill>
                  <a:schemeClr val="lt1"/>
                </a:solidFill>
              </a:defRPr>
            </a:lvl8pPr>
            <a:lvl9pPr lvl="8" algn="l">
              <a:lnSpc>
                <a:spcPct val="100000"/>
              </a:lnSpc>
              <a:spcBef>
                <a:spcPts val="0"/>
              </a:spcBef>
              <a:spcAft>
                <a:spcPts val="0"/>
              </a:spcAft>
              <a:buClr>
                <a:schemeClr val="lt1"/>
              </a:buClr>
              <a:buSzPts val="4800"/>
              <a:buNone/>
              <a:defRPr sz="6400">
                <a:solidFill>
                  <a:schemeClr val="lt1"/>
                </a:solidFill>
              </a:defRPr>
            </a:lvl9pPr>
          </a:lstStyle>
          <a:p>
            <a:endParaRPr/>
          </a:p>
        </p:txBody>
      </p:sp>
      <p:sp>
        <p:nvSpPr>
          <p:cNvPr id="19" name="Google Shape;19;p45"/>
          <p:cNvSpPr txBox="1">
            <a:spLocks noGrp="1"/>
          </p:cNvSpPr>
          <p:nvPr>
            <p:ph type="subTitle" idx="1"/>
          </p:nvPr>
        </p:nvSpPr>
        <p:spPr>
          <a:xfrm>
            <a:off x="3187023" y="4317933"/>
            <a:ext cx="8442000" cy="1655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lt1"/>
              </a:buClr>
              <a:buSzPts val="1800"/>
              <a:buNone/>
              <a:defRPr>
                <a:solidFill>
                  <a:schemeClr val="lt1"/>
                </a:solidFill>
              </a:defRPr>
            </a:lvl1pPr>
            <a:lvl2pPr lvl="1" algn="l">
              <a:lnSpc>
                <a:spcPct val="100000"/>
              </a:lnSpc>
              <a:spcBef>
                <a:spcPts val="0"/>
              </a:spcBef>
              <a:spcAft>
                <a:spcPts val="0"/>
              </a:spcAft>
              <a:buClr>
                <a:schemeClr val="lt1"/>
              </a:buClr>
              <a:buSzPts val="1800"/>
              <a:buNone/>
              <a:defRPr sz="2400">
                <a:solidFill>
                  <a:schemeClr val="lt1"/>
                </a:solidFill>
              </a:defRPr>
            </a:lvl2pPr>
            <a:lvl3pPr lvl="2" algn="l">
              <a:lnSpc>
                <a:spcPct val="100000"/>
              </a:lnSpc>
              <a:spcBef>
                <a:spcPts val="0"/>
              </a:spcBef>
              <a:spcAft>
                <a:spcPts val="0"/>
              </a:spcAft>
              <a:buClr>
                <a:schemeClr val="lt1"/>
              </a:buClr>
              <a:buSzPts val="1800"/>
              <a:buNone/>
              <a:defRPr sz="2400">
                <a:solidFill>
                  <a:schemeClr val="lt1"/>
                </a:solidFill>
              </a:defRPr>
            </a:lvl3pPr>
            <a:lvl4pPr lvl="3" algn="l">
              <a:lnSpc>
                <a:spcPct val="100000"/>
              </a:lnSpc>
              <a:spcBef>
                <a:spcPts val="0"/>
              </a:spcBef>
              <a:spcAft>
                <a:spcPts val="0"/>
              </a:spcAft>
              <a:buClr>
                <a:schemeClr val="lt1"/>
              </a:buClr>
              <a:buSzPts val="1800"/>
              <a:buNone/>
              <a:defRPr sz="2400">
                <a:solidFill>
                  <a:schemeClr val="lt1"/>
                </a:solidFill>
              </a:defRPr>
            </a:lvl4pPr>
            <a:lvl5pPr lvl="4" algn="l">
              <a:lnSpc>
                <a:spcPct val="100000"/>
              </a:lnSpc>
              <a:spcBef>
                <a:spcPts val="0"/>
              </a:spcBef>
              <a:spcAft>
                <a:spcPts val="0"/>
              </a:spcAft>
              <a:buClr>
                <a:schemeClr val="lt1"/>
              </a:buClr>
              <a:buSzPts val="1800"/>
              <a:buNone/>
              <a:defRPr sz="2400">
                <a:solidFill>
                  <a:schemeClr val="lt1"/>
                </a:solidFill>
              </a:defRPr>
            </a:lvl5pPr>
            <a:lvl6pPr lvl="5" algn="l">
              <a:lnSpc>
                <a:spcPct val="100000"/>
              </a:lnSpc>
              <a:spcBef>
                <a:spcPts val="0"/>
              </a:spcBef>
              <a:spcAft>
                <a:spcPts val="0"/>
              </a:spcAft>
              <a:buClr>
                <a:schemeClr val="lt1"/>
              </a:buClr>
              <a:buSzPts val="1800"/>
              <a:buNone/>
              <a:defRPr sz="2400">
                <a:solidFill>
                  <a:schemeClr val="lt1"/>
                </a:solidFill>
              </a:defRPr>
            </a:lvl6pPr>
            <a:lvl7pPr lvl="6" algn="l">
              <a:lnSpc>
                <a:spcPct val="100000"/>
              </a:lnSpc>
              <a:spcBef>
                <a:spcPts val="0"/>
              </a:spcBef>
              <a:spcAft>
                <a:spcPts val="0"/>
              </a:spcAft>
              <a:buClr>
                <a:schemeClr val="lt1"/>
              </a:buClr>
              <a:buSzPts val="1800"/>
              <a:buNone/>
              <a:defRPr sz="2400">
                <a:solidFill>
                  <a:schemeClr val="lt1"/>
                </a:solidFill>
              </a:defRPr>
            </a:lvl7pPr>
            <a:lvl8pPr lvl="7" algn="l">
              <a:lnSpc>
                <a:spcPct val="100000"/>
              </a:lnSpc>
              <a:spcBef>
                <a:spcPts val="0"/>
              </a:spcBef>
              <a:spcAft>
                <a:spcPts val="0"/>
              </a:spcAft>
              <a:buClr>
                <a:schemeClr val="lt1"/>
              </a:buClr>
              <a:buSzPts val="1800"/>
              <a:buNone/>
              <a:defRPr sz="2400">
                <a:solidFill>
                  <a:schemeClr val="lt1"/>
                </a:solidFill>
              </a:defRPr>
            </a:lvl8pPr>
            <a:lvl9pPr lvl="8" algn="l">
              <a:lnSpc>
                <a:spcPct val="100000"/>
              </a:lnSpc>
              <a:spcBef>
                <a:spcPts val="0"/>
              </a:spcBef>
              <a:spcAft>
                <a:spcPts val="0"/>
              </a:spcAft>
              <a:buClr>
                <a:schemeClr val="lt1"/>
              </a:buClr>
              <a:buSzPts val="1800"/>
              <a:buNone/>
              <a:defRPr sz="2400">
                <a:solidFill>
                  <a:schemeClr val="lt1"/>
                </a:solidFill>
              </a:defRPr>
            </a:lvl9pPr>
          </a:lstStyle>
          <a:p>
            <a:endParaRPr/>
          </a:p>
        </p:txBody>
      </p:sp>
      <p:sp>
        <p:nvSpPr>
          <p:cNvPr id="20" name="Google Shape;20;p45"/>
          <p:cNvSpPr txBox="1">
            <a:spLocks noGrp="1"/>
          </p:cNvSpPr>
          <p:nvPr>
            <p:ph type="sldNum" idx="12"/>
          </p:nvPr>
        </p:nvSpPr>
        <p:spPr>
          <a:xfrm>
            <a:off x="11330665" y="6251679"/>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1"/>
        <p:cNvGrpSpPr/>
        <p:nvPr/>
      </p:nvGrpSpPr>
      <p:grpSpPr>
        <a:xfrm>
          <a:off x="0" y="0"/>
          <a:ext cx="0" cy="0"/>
          <a:chOff x="0" y="0"/>
          <a:chExt cx="0" cy="0"/>
        </a:xfrm>
      </p:grpSpPr>
      <p:cxnSp>
        <p:nvCxnSpPr>
          <p:cNvPr id="22" name="Google Shape;22;p46"/>
          <p:cNvCxnSpPr/>
          <p:nvPr/>
        </p:nvCxnSpPr>
        <p:spPr>
          <a:xfrm>
            <a:off x="566933" y="554200"/>
            <a:ext cx="11062400" cy="0"/>
          </a:xfrm>
          <a:prstGeom prst="straightConnector1">
            <a:avLst/>
          </a:prstGeom>
          <a:noFill/>
          <a:ln w="38100" cap="flat" cmpd="sng">
            <a:solidFill>
              <a:schemeClr val="lt1"/>
            </a:solidFill>
            <a:prstDash val="solid"/>
            <a:round/>
            <a:headEnd type="none" w="sm" len="sm"/>
            <a:tailEnd type="none" w="sm" len="sm"/>
          </a:ln>
        </p:spPr>
      </p:cxnSp>
      <p:cxnSp>
        <p:nvCxnSpPr>
          <p:cNvPr id="23" name="Google Shape;23;p46"/>
          <p:cNvCxnSpPr/>
          <p:nvPr/>
        </p:nvCxnSpPr>
        <p:spPr>
          <a:xfrm>
            <a:off x="566933" y="6320000"/>
            <a:ext cx="11062400" cy="0"/>
          </a:xfrm>
          <a:prstGeom prst="straightConnector1">
            <a:avLst/>
          </a:prstGeom>
          <a:noFill/>
          <a:ln w="19050" cap="flat" cmpd="sng">
            <a:solidFill>
              <a:schemeClr val="lt1"/>
            </a:solidFill>
            <a:prstDash val="solid"/>
            <a:round/>
            <a:headEnd type="none" w="sm" len="sm"/>
            <a:tailEnd type="none" w="sm" len="sm"/>
          </a:ln>
        </p:spPr>
      </p:cxnSp>
      <p:sp>
        <p:nvSpPr>
          <p:cNvPr id="24" name="Google Shape;24;p46"/>
          <p:cNvSpPr txBox="1">
            <a:spLocks noGrp="1"/>
          </p:cNvSpPr>
          <p:nvPr>
            <p:ph type="title"/>
          </p:nvPr>
        </p:nvSpPr>
        <p:spPr>
          <a:xfrm>
            <a:off x="541900" y="2409100"/>
            <a:ext cx="11062400" cy="2056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4800"/>
              <a:buNone/>
              <a:defRPr sz="6400">
                <a:solidFill>
                  <a:schemeClr val="lt1"/>
                </a:solidFill>
              </a:defRPr>
            </a:lvl1pPr>
            <a:lvl2pPr lvl="1" algn="ctr">
              <a:lnSpc>
                <a:spcPct val="100000"/>
              </a:lnSpc>
              <a:spcBef>
                <a:spcPts val="0"/>
              </a:spcBef>
              <a:spcAft>
                <a:spcPts val="0"/>
              </a:spcAft>
              <a:buClr>
                <a:schemeClr val="lt1"/>
              </a:buClr>
              <a:buSzPts val="4800"/>
              <a:buNone/>
              <a:defRPr sz="6400">
                <a:solidFill>
                  <a:schemeClr val="lt1"/>
                </a:solidFill>
              </a:defRPr>
            </a:lvl2pPr>
            <a:lvl3pPr lvl="2" algn="ctr">
              <a:lnSpc>
                <a:spcPct val="100000"/>
              </a:lnSpc>
              <a:spcBef>
                <a:spcPts val="0"/>
              </a:spcBef>
              <a:spcAft>
                <a:spcPts val="0"/>
              </a:spcAft>
              <a:buClr>
                <a:schemeClr val="lt1"/>
              </a:buClr>
              <a:buSzPts val="4800"/>
              <a:buNone/>
              <a:defRPr sz="6400">
                <a:solidFill>
                  <a:schemeClr val="lt1"/>
                </a:solidFill>
              </a:defRPr>
            </a:lvl3pPr>
            <a:lvl4pPr lvl="3" algn="ctr">
              <a:lnSpc>
                <a:spcPct val="100000"/>
              </a:lnSpc>
              <a:spcBef>
                <a:spcPts val="0"/>
              </a:spcBef>
              <a:spcAft>
                <a:spcPts val="0"/>
              </a:spcAft>
              <a:buClr>
                <a:schemeClr val="lt1"/>
              </a:buClr>
              <a:buSzPts val="4800"/>
              <a:buNone/>
              <a:defRPr sz="6400">
                <a:solidFill>
                  <a:schemeClr val="lt1"/>
                </a:solidFill>
              </a:defRPr>
            </a:lvl4pPr>
            <a:lvl5pPr lvl="4" algn="ctr">
              <a:lnSpc>
                <a:spcPct val="100000"/>
              </a:lnSpc>
              <a:spcBef>
                <a:spcPts val="0"/>
              </a:spcBef>
              <a:spcAft>
                <a:spcPts val="0"/>
              </a:spcAft>
              <a:buClr>
                <a:schemeClr val="lt1"/>
              </a:buClr>
              <a:buSzPts val="4800"/>
              <a:buNone/>
              <a:defRPr sz="6400">
                <a:solidFill>
                  <a:schemeClr val="lt1"/>
                </a:solidFill>
              </a:defRPr>
            </a:lvl5pPr>
            <a:lvl6pPr lvl="5" algn="ctr">
              <a:lnSpc>
                <a:spcPct val="100000"/>
              </a:lnSpc>
              <a:spcBef>
                <a:spcPts val="0"/>
              </a:spcBef>
              <a:spcAft>
                <a:spcPts val="0"/>
              </a:spcAft>
              <a:buClr>
                <a:schemeClr val="lt1"/>
              </a:buClr>
              <a:buSzPts val="4800"/>
              <a:buNone/>
              <a:defRPr sz="6400">
                <a:solidFill>
                  <a:schemeClr val="lt1"/>
                </a:solidFill>
              </a:defRPr>
            </a:lvl6pPr>
            <a:lvl7pPr lvl="6" algn="ctr">
              <a:lnSpc>
                <a:spcPct val="100000"/>
              </a:lnSpc>
              <a:spcBef>
                <a:spcPts val="0"/>
              </a:spcBef>
              <a:spcAft>
                <a:spcPts val="0"/>
              </a:spcAft>
              <a:buClr>
                <a:schemeClr val="lt1"/>
              </a:buClr>
              <a:buSzPts val="4800"/>
              <a:buNone/>
              <a:defRPr sz="6400">
                <a:solidFill>
                  <a:schemeClr val="lt1"/>
                </a:solidFill>
              </a:defRPr>
            </a:lvl7pPr>
            <a:lvl8pPr lvl="7" algn="ctr">
              <a:lnSpc>
                <a:spcPct val="100000"/>
              </a:lnSpc>
              <a:spcBef>
                <a:spcPts val="0"/>
              </a:spcBef>
              <a:spcAft>
                <a:spcPts val="0"/>
              </a:spcAft>
              <a:buClr>
                <a:schemeClr val="lt1"/>
              </a:buClr>
              <a:buSzPts val="4800"/>
              <a:buNone/>
              <a:defRPr sz="6400">
                <a:solidFill>
                  <a:schemeClr val="lt1"/>
                </a:solidFill>
              </a:defRPr>
            </a:lvl8pPr>
            <a:lvl9pPr lvl="8" algn="ctr">
              <a:lnSpc>
                <a:spcPct val="100000"/>
              </a:lnSpc>
              <a:spcBef>
                <a:spcPts val="0"/>
              </a:spcBef>
              <a:spcAft>
                <a:spcPts val="0"/>
              </a:spcAft>
              <a:buClr>
                <a:schemeClr val="lt1"/>
              </a:buClr>
              <a:buSzPts val="4800"/>
              <a:buNone/>
              <a:defRPr sz="6400">
                <a:solidFill>
                  <a:schemeClr val="lt1"/>
                </a:solidFill>
              </a:defRPr>
            </a:lvl9pPr>
          </a:lstStyle>
          <a:p>
            <a:endParaRPr/>
          </a:p>
        </p:txBody>
      </p:sp>
      <p:sp>
        <p:nvSpPr>
          <p:cNvPr id="25" name="Google Shape;25;p46"/>
          <p:cNvSpPr txBox="1">
            <a:spLocks noGrp="1"/>
          </p:cNvSpPr>
          <p:nvPr>
            <p:ph type="sldNum" idx="12"/>
          </p:nvPr>
        </p:nvSpPr>
        <p:spPr>
          <a:xfrm>
            <a:off x="11330665" y="6251679"/>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cxnSp>
        <p:nvCxnSpPr>
          <p:cNvPr id="27" name="Google Shape;27;p47"/>
          <p:cNvCxnSpPr/>
          <p:nvPr/>
        </p:nvCxnSpPr>
        <p:spPr>
          <a:xfrm>
            <a:off x="3303632" y="554200"/>
            <a:ext cx="8325600" cy="0"/>
          </a:xfrm>
          <a:prstGeom prst="straightConnector1">
            <a:avLst/>
          </a:prstGeom>
          <a:noFill/>
          <a:ln w="38100" cap="flat" cmpd="sng">
            <a:solidFill>
              <a:schemeClr val="dk2"/>
            </a:solidFill>
            <a:prstDash val="solid"/>
            <a:round/>
            <a:headEnd type="none" w="sm" len="sm"/>
            <a:tailEnd type="none" w="sm" len="sm"/>
          </a:ln>
        </p:spPr>
      </p:cxnSp>
      <p:cxnSp>
        <p:nvCxnSpPr>
          <p:cNvPr id="28" name="Google Shape;28;p47"/>
          <p:cNvCxnSpPr/>
          <p:nvPr/>
        </p:nvCxnSpPr>
        <p:spPr>
          <a:xfrm>
            <a:off x="3303632" y="6320000"/>
            <a:ext cx="8325600" cy="0"/>
          </a:xfrm>
          <a:prstGeom prst="straightConnector1">
            <a:avLst/>
          </a:prstGeom>
          <a:noFill/>
          <a:ln w="19050" cap="flat" cmpd="sng">
            <a:solidFill>
              <a:schemeClr val="dk2"/>
            </a:solidFill>
            <a:prstDash val="solid"/>
            <a:round/>
            <a:headEnd type="none" w="sm" len="sm"/>
            <a:tailEnd type="none" w="sm" len="sm"/>
          </a:ln>
        </p:spPr>
      </p:cxnSp>
      <p:cxnSp>
        <p:nvCxnSpPr>
          <p:cNvPr id="29" name="Google Shape;29;p47"/>
          <p:cNvCxnSpPr/>
          <p:nvPr/>
        </p:nvCxnSpPr>
        <p:spPr>
          <a:xfrm>
            <a:off x="566931" y="554200"/>
            <a:ext cx="244400" cy="0"/>
          </a:xfrm>
          <a:prstGeom prst="straightConnector1">
            <a:avLst/>
          </a:prstGeom>
          <a:noFill/>
          <a:ln w="19050" cap="flat" cmpd="sng">
            <a:solidFill>
              <a:schemeClr val="dk2"/>
            </a:solidFill>
            <a:prstDash val="solid"/>
            <a:round/>
            <a:headEnd type="none" w="sm" len="sm"/>
            <a:tailEnd type="none" w="sm" len="sm"/>
          </a:ln>
        </p:spPr>
      </p:cxnSp>
      <p:sp>
        <p:nvSpPr>
          <p:cNvPr id="30" name="Google Shape;30;p47"/>
          <p:cNvSpPr txBox="1">
            <a:spLocks noGrp="1"/>
          </p:cNvSpPr>
          <p:nvPr>
            <p:ph type="title"/>
          </p:nvPr>
        </p:nvSpPr>
        <p:spPr>
          <a:xfrm>
            <a:off x="3200333" y="767933"/>
            <a:ext cx="8428800" cy="847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1" name="Google Shape;31;p47"/>
          <p:cNvSpPr txBox="1">
            <a:spLocks noGrp="1"/>
          </p:cNvSpPr>
          <p:nvPr>
            <p:ph type="body" idx="1"/>
          </p:nvPr>
        </p:nvSpPr>
        <p:spPr>
          <a:xfrm>
            <a:off x="3213483" y="2127701"/>
            <a:ext cx="8428800" cy="40032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2133"/>
              </a:spcBef>
              <a:spcAft>
                <a:spcPts val="0"/>
              </a:spcAft>
              <a:buSzPts val="1400"/>
              <a:buChar char="○"/>
              <a:defRPr/>
            </a:lvl2pPr>
            <a:lvl3pPr marL="1371600" lvl="2" indent="-317500" algn="l">
              <a:lnSpc>
                <a:spcPct val="115000"/>
              </a:lnSpc>
              <a:spcBef>
                <a:spcPts val="2133"/>
              </a:spcBef>
              <a:spcAft>
                <a:spcPts val="0"/>
              </a:spcAft>
              <a:buSzPts val="1400"/>
              <a:buChar char="■"/>
              <a:defRPr/>
            </a:lvl3pPr>
            <a:lvl4pPr marL="1828800" lvl="3" indent="-317500" algn="l">
              <a:lnSpc>
                <a:spcPct val="115000"/>
              </a:lnSpc>
              <a:spcBef>
                <a:spcPts val="2133"/>
              </a:spcBef>
              <a:spcAft>
                <a:spcPts val="0"/>
              </a:spcAft>
              <a:buSzPts val="1400"/>
              <a:buChar char="●"/>
              <a:defRPr/>
            </a:lvl4pPr>
            <a:lvl5pPr marL="2286000" lvl="4" indent="-317500" algn="l">
              <a:lnSpc>
                <a:spcPct val="115000"/>
              </a:lnSpc>
              <a:spcBef>
                <a:spcPts val="2133"/>
              </a:spcBef>
              <a:spcAft>
                <a:spcPts val="0"/>
              </a:spcAft>
              <a:buSzPts val="1400"/>
              <a:buChar char="○"/>
              <a:defRPr/>
            </a:lvl5pPr>
            <a:lvl6pPr marL="2743200" lvl="5" indent="-317500" algn="l">
              <a:lnSpc>
                <a:spcPct val="115000"/>
              </a:lnSpc>
              <a:spcBef>
                <a:spcPts val="2133"/>
              </a:spcBef>
              <a:spcAft>
                <a:spcPts val="0"/>
              </a:spcAft>
              <a:buSzPts val="1400"/>
              <a:buChar char="■"/>
              <a:defRPr/>
            </a:lvl6pPr>
            <a:lvl7pPr marL="3200400" lvl="6" indent="-317500" algn="l">
              <a:lnSpc>
                <a:spcPct val="115000"/>
              </a:lnSpc>
              <a:spcBef>
                <a:spcPts val="2133"/>
              </a:spcBef>
              <a:spcAft>
                <a:spcPts val="0"/>
              </a:spcAft>
              <a:buSzPts val="1400"/>
              <a:buChar char="●"/>
              <a:defRPr/>
            </a:lvl7pPr>
            <a:lvl8pPr marL="3657600" lvl="7" indent="-317500" algn="l">
              <a:lnSpc>
                <a:spcPct val="115000"/>
              </a:lnSpc>
              <a:spcBef>
                <a:spcPts val="2133"/>
              </a:spcBef>
              <a:spcAft>
                <a:spcPts val="0"/>
              </a:spcAft>
              <a:buSzPts val="1400"/>
              <a:buChar char="○"/>
              <a:defRPr/>
            </a:lvl8pPr>
            <a:lvl9pPr marL="4114800" lvl="8" indent="-317500" algn="l">
              <a:lnSpc>
                <a:spcPct val="115000"/>
              </a:lnSpc>
              <a:spcBef>
                <a:spcPts val="2133"/>
              </a:spcBef>
              <a:spcAft>
                <a:spcPts val="2133"/>
              </a:spcAft>
              <a:buSzPts val="1400"/>
              <a:buChar char="■"/>
              <a:defRPr/>
            </a:lvl9pPr>
          </a:lstStyle>
          <a:p>
            <a:endParaRPr/>
          </a:p>
        </p:txBody>
      </p:sp>
      <p:sp>
        <p:nvSpPr>
          <p:cNvPr id="32" name="Google Shape;32;p47"/>
          <p:cNvSpPr txBox="1">
            <a:spLocks noGrp="1"/>
          </p:cNvSpPr>
          <p:nvPr>
            <p:ph type="sldNum" idx="12"/>
          </p:nvPr>
        </p:nvSpPr>
        <p:spPr>
          <a:xfrm>
            <a:off x="11330665" y="6251679"/>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1pPr>
            <a:lvl2pPr marL="0" marR="0" lvl="1"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2pPr>
            <a:lvl3pPr marL="0" marR="0" lvl="2"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3pPr>
            <a:lvl4pPr marL="0" marR="0" lvl="3"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4pPr>
            <a:lvl5pPr marL="0" marR="0" lvl="4"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5pPr>
            <a:lvl6pPr marL="0" marR="0" lvl="5"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6pPr>
            <a:lvl7pPr marL="0" marR="0" lvl="6"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7pPr>
            <a:lvl8pPr marL="0" marR="0" lvl="7"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8pPr>
            <a:lvl9pPr marL="0" marR="0" lvl="8"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3"/>
        <p:cNvGrpSpPr/>
        <p:nvPr/>
      </p:nvGrpSpPr>
      <p:grpSpPr>
        <a:xfrm>
          <a:off x="0" y="0"/>
          <a:ext cx="0" cy="0"/>
          <a:chOff x="0" y="0"/>
          <a:chExt cx="0" cy="0"/>
        </a:xfrm>
      </p:grpSpPr>
      <p:cxnSp>
        <p:nvCxnSpPr>
          <p:cNvPr id="34" name="Google Shape;34;p48"/>
          <p:cNvCxnSpPr/>
          <p:nvPr/>
        </p:nvCxnSpPr>
        <p:spPr>
          <a:xfrm>
            <a:off x="3303632" y="554200"/>
            <a:ext cx="8325600" cy="0"/>
          </a:xfrm>
          <a:prstGeom prst="straightConnector1">
            <a:avLst/>
          </a:prstGeom>
          <a:noFill/>
          <a:ln w="38100" cap="flat" cmpd="sng">
            <a:solidFill>
              <a:schemeClr val="dk2"/>
            </a:solidFill>
            <a:prstDash val="solid"/>
            <a:round/>
            <a:headEnd type="none" w="sm" len="sm"/>
            <a:tailEnd type="none" w="sm" len="sm"/>
          </a:ln>
        </p:spPr>
      </p:cxnSp>
      <p:cxnSp>
        <p:nvCxnSpPr>
          <p:cNvPr id="35" name="Google Shape;35;p48"/>
          <p:cNvCxnSpPr/>
          <p:nvPr/>
        </p:nvCxnSpPr>
        <p:spPr>
          <a:xfrm>
            <a:off x="3303632" y="6320000"/>
            <a:ext cx="8325600" cy="0"/>
          </a:xfrm>
          <a:prstGeom prst="straightConnector1">
            <a:avLst/>
          </a:prstGeom>
          <a:noFill/>
          <a:ln w="19050" cap="flat" cmpd="sng">
            <a:solidFill>
              <a:schemeClr val="dk2"/>
            </a:solidFill>
            <a:prstDash val="solid"/>
            <a:round/>
            <a:headEnd type="none" w="sm" len="sm"/>
            <a:tailEnd type="none" w="sm" len="sm"/>
          </a:ln>
        </p:spPr>
      </p:cxnSp>
      <p:cxnSp>
        <p:nvCxnSpPr>
          <p:cNvPr id="36" name="Google Shape;36;p48"/>
          <p:cNvCxnSpPr/>
          <p:nvPr/>
        </p:nvCxnSpPr>
        <p:spPr>
          <a:xfrm>
            <a:off x="566931" y="554200"/>
            <a:ext cx="244400" cy="0"/>
          </a:xfrm>
          <a:prstGeom prst="straightConnector1">
            <a:avLst/>
          </a:prstGeom>
          <a:noFill/>
          <a:ln w="19050" cap="flat" cmpd="sng">
            <a:solidFill>
              <a:schemeClr val="dk2"/>
            </a:solidFill>
            <a:prstDash val="solid"/>
            <a:round/>
            <a:headEnd type="none" w="sm" len="sm"/>
            <a:tailEnd type="none" w="sm" len="sm"/>
          </a:ln>
        </p:spPr>
      </p:cxnSp>
      <p:sp>
        <p:nvSpPr>
          <p:cNvPr id="37" name="Google Shape;37;p48"/>
          <p:cNvSpPr txBox="1">
            <a:spLocks noGrp="1"/>
          </p:cNvSpPr>
          <p:nvPr>
            <p:ph type="title"/>
          </p:nvPr>
        </p:nvSpPr>
        <p:spPr>
          <a:xfrm>
            <a:off x="3200333" y="767933"/>
            <a:ext cx="8428800" cy="847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8" name="Google Shape;38;p48"/>
          <p:cNvSpPr txBox="1">
            <a:spLocks noGrp="1"/>
          </p:cNvSpPr>
          <p:nvPr>
            <p:ph type="body" idx="1"/>
          </p:nvPr>
        </p:nvSpPr>
        <p:spPr>
          <a:xfrm>
            <a:off x="3200404" y="2136900"/>
            <a:ext cx="4095200" cy="40032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867"/>
            </a:lvl1pPr>
            <a:lvl2pPr marL="914400" lvl="1" indent="-304800" algn="l">
              <a:lnSpc>
                <a:spcPct val="115000"/>
              </a:lnSpc>
              <a:spcBef>
                <a:spcPts val="2133"/>
              </a:spcBef>
              <a:spcAft>
                <a:spcPts val="0"/>
              </a:spcAft>
              <a:buSzPts val="1200"/>
              <a:buChar char="○"/>
              <a:defRPr sz="1600"/>
            </a:lvl2pPr>
            <a:lvl3pPr marL="1371600" lvl="2" indent="-304800" algn="l">
              <a:lnSpc>
                <a:spcPct val="115000"/>
              </a:lnSpc>
              <a:spcBef>
                <a:spcPts val="2133"/>
              </a:spcBef>
              <a:spcAft>
                <a:spcPts val="0"/>
              </a:spcAft>
              <a:buSzPts val="1200"/>
              <a:buChar char="■"/>
              <a:defRPr sz="1600"/>
            </a:lvl3pPr>
            <a:lvl4pPr marL="1828800" lvl="3" indent="-304800" algn="l">
              <a:lnSpc>
                <a:spcPct val="115000"/>
              </a:lnSpc>
              <a:spcBef>
                <a:spcPts val="2133"/>
              </a:spcBef>
              <a:spcAft>
                <a:spcPts val="0"/>
              </a:spcAft>
              <a:buSzPts val="1200"/>
              <a:buChar char="●"/>
              <a:defRPr sz="1600"/>
            </a:lvl4pPr>
            <a:lvl5pPr marL="2286000" lvl="4" indent="-304800" algn="l">
              <a:lnSpc>
                <a:spcPct val="115000"/>
              </a:lnSpc>
              <a:spcBef>
                <a:spcPts val="2133"/>
              </a:spcBef>
              <a:spcAft>
                <a:spcPts val="0"/>
              </a:spcAft>
              <a:buSzPts val="1200"/>
              <a:buChar char="○"/>
              <a:defRPr sz="1600"/>
            </a:lvl5pPr>
            <a:lvl6pPr marL="2743200" lvl="5" indent="-304800" algn="l">
              <a:lnSpc>
                <a:spcPct val="115000"/>
              </a:lnSpc>
              <a:spcBef>
                <a:spcPts val="2133"/>
              </a:spcBef>
              <a:spcAft>
                <a:spcPts val="0"/>
              </a:spcAft>
              <a:buSzPts val="1200"/>
              <a:buChar char="■"/>
              <a:defRPr sz="1600"/>
            </a:lvl6pPr>
            <a:lvl7pPr marL="3200400" lvl="6" indent="-304800" algn="l">
              <a:lnSpc>
                <a:spcPct val="115000"/>
              </a:lnSpc>
              <a:spcBef>
                <a:spcPts val="2133"/>
              </a:spcBef>
              <a:spcAft>
                <a:spcPts val="0"/>
              </a:spcAft>
              <a:buSzPts val="1200"/>
              <a:buChar char="●"/>
              <a:defRPr sz="1600"/>
            </a:lvl7pPr>
            <a:lvl8pPr marL="3657600" lvl="7" indent="-304800" algn="l">
              <a:lnSpc>
                <a:spcPct val="115000"/>
              </a:lnSpc>
              <a:spcBef>
                <a:spcPts val="2133"/>
              </a:spcBef>
              <a:spcAft>
                <a:spcPts val="0"/>
              </a:spcAft>
              <a:buSzPts val="1200"/>
              <a:buChar char="○"/>
              <a:defRPr sz="1600"/>
            </a:lvl8pPr>
            <a:lvl9pPr marL="4114800" lvl="8" indent="-304800" algn="l">
              <a:lnSpc>
                <a:spcPct val="115000"/>
              </a:lnSpc>
              <a:spcBef>
                <a:spcPts val="2133"/>
              </a:spcBef>
              <a:spcAft>
                <a:spcPts val="2133"/>
              </a:spcAft>
              <a:buSzPts val="1200"/>
              <a:buChar char="■"/>
              <a:defRPr sz="1600"/>
            </a:lvl9pPr>
          </a:lstStyle>
          <a:p>
            <a:endParaRPr/>
          </a:p>
        </p:txBody>
      </p:sp>
      <p:sp>
        <p:nvSpPr>
          <p:cNvPr id="39" name="Google Shape;39;p48"/>
          <p:cNvSpPr txBox="1">
            <a:spLocks noGrp="1"/>
          </p:cNvSpPr>
          <p:nvPr>
            <p:ph type="body" idx="2"/>
          </p:nvPr>
        </p:nvSpPr>
        <p:spPr>
          <a:xfrm>
            <a:off x="7534096" y="2136900"/>
            <a:ext cx="4095200" cy="40032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867"/>
            </a:lvl1pPr>
            <a:lvl2pPr marL="914400" lvl="1" indent="-304800" algn="l">
              <a:lnSpc>
                <a:spcPct val="115000"/>
              </a:lnSpc>
              <a:spcBef>
                <a:spcPts val="2133"/>
              </a:spcBef>
              <a:spcAft>
                <a:spcPts val="0"/>
              </a:spcAft>
              <a:buSzPts val="1200"/>
              <a:buChar char="○"/>
              <a:defRPr sz="1600"/>
            </a:lvl2pPr>
            <a:lvl3pPr marL="1371600" lvl="2" indent="-304800" algn="l">
              <a:lnSpc>
                <a:spcPct val="115000"/>
              </a:lnSpc>
              <a:spcBef>
                <a:spcPts val="2133"/>
              </a:spcBef>
              <a:spcAft>
                <a:spcPts val="0"/>
              </a:spcAft>
              <a:buSzPts val="1200"/>
              <a:buChar char="■"/>
              <a:defRPr sz="1600"/>
            </a:lvl3pPr>
            <a:lvl4pPr marL="1828800" lvl="3" indent="-304800" algn="l">
              <a:lnSpc>
                <a:spcPct val="115000"/>
              </a:lnSpc>
              <a:spcBef>
                <a:spcPts val="2133"/>
              </a:spcBef>
              <a:spcAft>
                <a:spcPts val="0"/>
              </a:spcAft>
              <a:buSzPts val="1200"/>
              <a:buChar char="●"/>
              <a:defRPr sz="1600"/>
            </a:lvl4pPr>
            <a:lvl5pPr marL="2286000" lvl="4" indent="-304800" algn="l">
              <a:lnSpc>
                <a:spcPct val="115000"/>
              </a:lnSpc>
              <a:spcBef>
                <a:spcPts val="2133"/>
              </a:spcBef>
              <a:spcAft>
                <a:spcPts val="0"/>
              </a:spcAft>
              <a:buSzPts val="1200"/>
              <a:buChar char="○"/>
              <a:defRPr sz="1600"/>
            </a:lvl5pPr>
            <a:lvl6pPr marL="2743200" lvl="5" indent="-304800" algn="l">
              <a:lnSpc>
                <a:spcPct val="115000"/>
              </a:lnSpc>
              <a:spcBef>
                <a:spcPts val="2133"/>
              </a:spcBef>
              <a:spcAft>
                <a:spcPts val="0"/>
              </a:spcAft>
              <a:buSzPts val="1200"/>
              <a:buChar char="■"/>
              <a:defRPr sz="1600"/>
            </a:lvl6pPr>
            <a:lvl7pPr marL="3200400" lvl="6" indent="-304800" algn="l">
              <a:lnSpc>
                <a:spcPct val="115000"/>
              </a:lnSpc>
              <a:spcBef>
                <a:spcPts val="2133"/>
              </a:spcBef>
              <a:spcAft>
                <a:spcPts val="0"/>
              </a:spcAft>
              <a:buSzPts val="1200"/>
              <a:buChar char="●"/>
              <a:defRPr sz="1600"/>
            </a:lvl7pPr>
            <a:lvl8pPr marL="3657600" lvl="7" indent="-304800" algn="l">
              <a:lnSpc>
                <a:spcPct val="115000"/>
              </a:lnSpc>
              <a:spcBef>
                <a:spcPts val="2133"/>
              </a:spcBef>
              <a:spcAft>
                <a:spcPts val="0"/>
              </a:spcAft>
              <a:buSzPts val="1200"/>
              <a:buChar char="○"/>
              <a:defRPr sz="1600"/>
            </a:lvl8pPr>
            <a:lvl9pPr marL="4114800" lvl="8" indent="-304800" algn="l">
              <a:lnSpc>
                <a:spcPct val="115000"/>
              </a:lnSpc>
              <a:spcBef>
                <a:spcPts val="2133"/>
              </a:spcBef>
              <a:spcAft>
                <a:spcPts val="2133"/>
              </a:spcAft>
              <a:buSzPts val="1200"/>
              <a:buChar char="■"/>
              <a:defRPr sz="1600"/>
            </a:lvl9pPr>
          </a:lstStyle>
          <a:p>
            <a:endParaRPr/>
          </a:p>
        </p:txBody>
      </p:sp>
      <p:sp>
        <p:nvSpPr>
          <p:cNvPr id="40" name="Google Shape;40;p48"/>
          <p:cNvSpPr txBox="1">
            <a:spLocks noGrp="1"/>
          </p:cNvSpPr>
          <p:nvPr>
            <p:ph type="sldNum" idx="12"/>
          </p:nvPr>
        </p:nvSpPr>
        <p:spPr>
          <a:xfrm>
            <a:off x="11330665" y="6251679"/>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1pPr>
            <a:lvl2pPr marL="0" marR="0" lvl="1"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2pPr>
            <a:lvl3pPr marL="0" marR="0" lvl="2"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3pPr>
            <a:lvl4pPr marL="0" marR="0" lvl="3"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4pPr>
            <a:lvl5pPr marL="0" marR="0" lvl="4"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5pPr>
            <a:lvl6pPr marL="0" marR="0" lvl="5"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6pPr>
            <a:lvl7pPr marL="0" marR="0" lvl="6"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7pPr>
            <a:lvl8pPr marL="0" marR="0" lvl="7"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8pPr>
            <a:lvl9pPr marL="0" marR="0" lvl="8"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
        <p:cNvGrpSpPr/>
        <p:nvPr/>
      </p:nvGrpSpPr>
      <p:grpSpPr>
        <a:xfrm>
          <a:off x="0" y="0"/>
          <a:ext cx="0" cy="0"/>
          <a:chOff x="0" y="0"/>
          <a:chExt cx="0" cy="0"/>
        </a:xfrm>
      </p:grpSpPr>
      <p:cxnSp>
        <p:nvCxnSpPr>
          <p:cNvPr id="42" name="Google Shape;42;p49"/>
          <p:cNvCxnSpPr/>
          <p:nvPr/>
        </p:nvCxnSpPr>
        <p:spPr>
          <a:xfrm>
            <a:off x="566931" y="554200"/>
            <a:ext cx="244400" cy="0"/>
          </a:xfrm>
          <a:prstGeom prst="straightConnector1">
            <a:avLst/>
          </a:prstGeom>
          <a:noFill/>
          <a:ln w="19050" cap="flat" cmpd="sng">
            <a:solidFill>
              <a:schemeClr val="dk2"/>
            </a:solidFill>
            <a:prstDash val="solid"/>
            <a:round/>
            <a:headEnd type="none" w="sm" len="sm"/>
            <a:tailEnd type="none" w="sm" len="sm"/>
          </a:ln>
        </p:spPr>
      </p:cxnSp>
      <p:sp>
        <p:nvSpPr>
          <p:cNvPr id="43" name="Google Shape;43;p49"/>
          <p:cNvSpPr txBox="1">
            <a:spLocks noGrp="1"/>
          </p:cNvSpPr>
          <p:nvPr>
            <p:ph type="title"/>
          </p:nvPr>
        </p:nvSpPr>
        <p:spPr>
          <a:xfrm>
            <a:off x="426000" y="1248800"/>
            <a:ext cx="3744000" cy="100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
        <p:nvSpPr>
          <p:cNvPr id="44" name="Google Shape;44;p49"/>
          <p:cNvSpPr txBox="1">
            <a:spLocks noGrp="1"/>
          </p:cNvSpPr>
          <p:nvPr>
            <p:ph type="body" idx="1"/>
          </p:nvPr>
        </p:nvSpPr>
        <p:spPr>
          <a:xfrm>
            <a:off x="426000" y="2462405"/>
            <a:ext cx="3744000" cy="37416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600"/>
            </a:lvl1pPr>
            <a:lvl2pPr marL="914400" lvl="1" indent="-304800" algn="l">
              <a:lnSpc>
                <a:spcPct val="115000"/>
              </a:lnSpc>
              <a:spcBef>
                <a:spcPts val="2133"/>
              </a:spcBef>
              <a:spcAft>
                <a:spcPts val="0"/>
              </a:spcAft>
              <a:buSzPts val="1200"/>
              <a:buChar char="○"/>
              <a:defRPr sz="1600"/>
            </a:lvl2pPr>
            <a:lvl3pPr marL="1371600" lvl="2" indent="-304800" algn="l">
              <a:lnSpc>
                <a:spcPct val="115000"/>
              </a:lnSpc>
              <a:spcBef>
                <a:spcPts val="2133"/>
              </a:spcBef>
              <a:spcAft>
                <a:spcPts val="0"/>
              </a:spcAft>
              <a:buSzPts val="1200"/>
              <a:buChar char="■"/>
              <a:defRPr sz="1600"/>
            </a:lvl3pPr>
            <a:lvl4pPr marL="1828800" lvl="3" indent="-304800" algn="l">
              <a:lnSpc>
                <a:spcPct val="115000"/>
              </a:lnSpc>
              <a:spcBef>
                <a:spcPts val="2133"/>
              </a:spcBef>
              <a:spcAft>
                <a:spcPts val="0"/>
              </a:spcAft>
              <a:buSzPts val="1200"/>
              <a:buChar char="●"/>
              <a:defRPr sz="1600"/>
            </a:lvl4pPr>
            <a:lvl5pPr marL="2286000" lvl="4" indent="-304800" algn="l">
              <a:lnSpc>
                <a:spcPct val="115000"/>
              </a:lnSpc>
              <a:spcBef>
                <a:spcPts val="2133"/>
              </a:spcBef>
              <a:spcAft>
                <a:spcPts val="0"/>
              </a:spcAft>
              <a:buSzPts val="1200"/>
              <a:buChar char="○"/>
              <a:defRPr sz="1600"/>
            </a:lvl5pPr>
            <a:lvl6pPr marL="2743200" lvl="5" indent="-304800" algn="l">
              <a:lnSpc>
                <a:spcPct val="115000"/>
              </a:lnSpc>
              <a:spcBef>
                <a:spcPts val="2133"/>
              </a:spcBef>
              <a:spcAft>
                <a:spcPts val="0"/>
              </a:spcAft>
              <a:buSzPts val="1200"/>
              <a:buChar char="■"/>
              <a:defRPr sz="1600"/>
            </a:lvl6pPr>
            <a:lvl7pPr marL="3200400" lvl="6" indent="-304800" algn="l">
              <a:lnSpc>
                <a:spcPct val="115000"/>
              </a:lnSpc>
              <a:spcBef>
                <a:spcPts val="2133"/>
              </a:spcBef>
              <a:spcAft>
                <a:spcPts val="0"/>
              </a:spcAft>
              <a:buSzPts val="1200"/>
              <a:buChar char="●"/>
              <a:defRPr sz="1600"/>
            </a:lvl7pPr>
            <a:lvl8pPr marL="3657600" lvl="7" indent="-304800" algn="l">
              <a:lnSpc>
                <a:spcPct val="115000"/>
              </a:lnSpc>
              <a:spcBef>
                <a:spcPts val="2133"/>
              </a:spcBef>
              <a:spcAft>
                <a:spcPts val="0"/>
              </a:spcAft>
              <a:buSzPts val="1200"/>
              <a:buChar char="○"/>
              <a:defRPr sz="1600"/>
            </a:lvl8pPr>
            <a:lvl9pPr marL="4114800" lvl="8" indent="-304800" algn="l">
              <a:lnSpc>
                <a:spcPct val="115000"/>
              </a:lnSpc>
              <a:spcBef>
                <a:spcPts val="2133"/>
              </a:spcBef>
              <a:spcAft>
                <a:spcPts val="2133"/>
              </a:spcAft>
              <a:buSzPts val="1200"/>
              <a:buChar char="■"/>
              <a:defRPr sz="1600"/>
            </a:lvl9pPr>
          </a:lstStyle>
          <a:p>
            <a:endParaRPr/>
          </a:p>
        </p:txBody>
      </p:sp>
      <p:sp>
        <p:nvSpPr>
          <p:cNvPr id="45" name="Google Shape;45;p49"/>
          <p:cNvSpPr txBox="1">
            <a:spLocks noGrp="1"/>
          </p:cNvSpPr>
          <p:nvPr>
            <p:ph type="sldNum" idx="12"/>
          </p:nvPr>
        </p:nvSpPr>
        <p:spPr>
          <a:xfrm>
            <a:off x="11330665" y="6251679"/>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1pPr>
            <a:lvl2pPr marL="0" marR="0" lvl="1"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2pPr>
            <a:lvl3pPr marL="0" marR="0" lvl="2"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3pPr>
            <a:lvl4pPr marL="0" marR="0" lvl="3"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4pPr>
            <a:lvl5pPr marL="0" marR="0" lvl="4"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5pPr>
            <a:lvl6pPr marL="0" marR="0" lvl="5"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6pPr>
            <a:lvl7pPr marL="0" marR="0" lvl="6"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7pPr>
            <a:lvl8pPr marL="0" marR="0" lvl="7"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8pPr>
            <a:lvl9pPr marL="0" marR="0" lvl="8"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6"/>
        <p:cNvGrpSpPr/>
        <p:nvPr/>
      </p:nvGrpSpPr>
      <p:grpSpPr>
        <a:xfrm>
          <a:off x="0" y="0"/>
          <a:ext cx="0" cy="0"/>
          <a:chOff x="0" y="0"/>
          <a:chExt cx="0" cy="0"/>
        </a:xfrm>
      </p:grpSpPr>
      <p:cxnSp>
        <p:nvCxnSpPr>
          <p:cNvPr id="47" name="Google Shape;47;p50"/>
          <p:cNvCxnSpPr/>
          <p:nvPr/>
        </p:nvCxnSpPr>
        <p:spPr>
          <a:xfrm>
            <a:off x="566931" y="554200"/>
            <a:ext cx="2444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50"/>
          <p:cNvSpPr txBox="1">
            <a:spLocks noGrp="1"/>
          </p:cNvSpPr>
          <p:nvPr>
            <p:ph type="title"/>
          </p:nvPr>
        </p:nvSpPr>
        <p:spPr>
          <a:xfrm>
            <a:off x="377471" y="949521"/>
            <a:ext cx="8325600" cy="5114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lt1"/>
              </a:buClr>
              <a:buSzPts val="4800"/>
              <a:buNone/>
              <a:defRPr sz="6400">
                <a:solidFill>
                  <a:schemeClr val="lt1"/>
                </a:solidFill>
              </a:defRPr>
            </a:lvl1pPr>
            <a:lvl2pPr lvl="1" algn="l">
              <a:lnSpc>
                <a:spcPct val="100000"/>
              </a:lnSpc>
              <a:spcBef>
                <a:spcPts val="0"/>
              </a:spcBef>
              <a:spcAft>
                <a:spcPts val="0"/>
              </a:spcAft>
              <a:buClr>
                <a:schemeClr val="lt1"/>
              </a:buClr>
              <a:buSzPts val="4800"/>
              <a:buNone/>
              <a:defRPr sz="6400">
                <a:solidFill>
                  <a:schemeClr val="lt1"/>
                </a:solidFill>
              </a:defRPr>
            </a:lvl2pPr>
            <a:lvl3pPr lvl="2" algn="l">
              <a:lnSpc>
                <a:spcPct val="100000"/>
              </a:lnSpc>
              <a:spcBef>
                <a:spcPts val="0"/>
              </a:spcBef>
              <a:spcAft>
                <a:spcPts val="0"/>
              </a:spcAft>
              <a:buClr>
                <a:schemeClr val="lt1"/>
              </a:buClr>
              <a:buSzPts val="4800"/>
              <a:buNone/>
              <a:defRPr sz="6400">
                <a:solidFill>
                  <a:schemeClr val="lt1"/>
                </a:solidFill>
              </a:defRPr>
            </a:lvl3pPr>
            <a:lvl4pPr lvl="3" algn="l">
              <a:lnSpc>
                <a:spcPct val="100000"/>
              </a:lnSpc>
              <a:spcBef>
                <a:spcPts val="0"/>
              </a:spcBef>
              <a:spcAft>
                <a:spcPts val="0"/>
              </a:spcAft>
              <a:buClr>
                <a:schemeClr val="lt1"/>
              </a:buClr>
              <a:buSzPts val="4800"/>
              <a:buNone/>
              <a:defRPr sz="6400">
                <a:solidFill>
                  <a:schemeClr val="lt1"/>
                </a:solidFill>
              </a:defRPr>
            </a:lvl4pPr>
            <a:lvl5pPr lvl="4" algn="l">
              <a:lnSpc>
                <a:spcPct val="100000"/>
              </a:lnSpc>
              <a:spcBef>
                <a:spcPts val="0"/>
              </a:spcBef>
              <a:spcAft>
                <a:spcPts val="0"/>
              </a:spcAft>
              <a:buClr>
                <a:schemeClr val="lt1"/>
              </a:buClr>
              <a:buSzPts val="4800"/>
              <a:buNone/>
              <a:defRPr sz="6400">
                <a:solidFill>
                  <a:schemeClr val="lt1"/>
                </a:solidFill>
              </a:defRPr>
            </a:lvl5pPr>
            <a:lvl6pPr lvl="5" algn="l">
              <a:lnSpc>
                <a:spcPct val="100000"/>
              </a:lnSpc>
              <a:spcBef>
                <a:spcPts val="0"/>
              </a:spcBef>
              <a:spcAft>
                <a:spcPts val="0"/>
              </a:spcAft>
              <a:buClr>
                <a:schemeClr val="lt1"/>
              </a:buClr>
              <a:buSzPts val="4800"/>
              <a:buNone/>
              <a:defRPr sz="6400">
                <a:solidFill>
                  <a:schemeClr val="lt1"/>
                </a:solidFill>
              </a:defRPr>
            </a:lvl6pPr>
            <a:lvl7pPr lvl="6" algn="l">
              <a:lnSpc>
                <a:spcPct val="100000"/>
              </a:lnSpc>
              <a:spcBef>
                <a:spcPts val="0"/>
              </a:spcBef>
              <a:spcAft>
                <a:spcPts val="0"/>
              </a:spcAft>
              <a:buClr>
                <a:schemeClr val="lt1"/>
              </a:buClr>
              <a:buSzPts val="4800"/>
              <a:buNone/>
              <a:defRPr sz="6400">
                <a:solidFill>
                  <a:schemeClr val="lt1"/>
                </a:solidFill>
              </a:defRPr>
            </a:lvl7pPr>
            <a:lvl8pPr lvl="7" algn="l">
              <a:lnSpc>
                <a:spcPct val="100000"/>
              </a:lnSpc>
              <a:spcBef>
                <a:spcPts val="0"/>
              </a:spcBef>
              <a:spcAft>
                <a:spcPts val="0"/>
              </a:spcAft>
              <a:buClr>
                <a:schemeClr val="lt1"/>
              </a:buClr>
              <a:buSzPts val="4800"/>
              <a:buNone/>
              <a:defRPr sz="6400">
                <a:solidFill>
                  <a:schemeClr val="lt1"/>
                </a:solidFill>
              </a:defRPr>
            </a:lvl8pPr>
            <a:lvl9pPr lvl="8" algn="l">
              <a:lnSpc>
                <a:spcPct val="100000"/>
              </a:lnSpc>
              <a:spcBef>
                <a:spcPts val="0"/>
              </a:spcBef>
              <a:spcAft>
                <a:spcPts val="0"/>
              </a:spcAft>
              <a:buClr>
                <a:schemeClr val="lt1"/>
              </a:buClr>
              <a:buSzPts val="4800"/>
              <a:buNone/>
              <a:defRPr sz="6400">
                <a:solidFill>
                  <a:schemeClr val="lt1"/>
                </a:solidFill>
              </a:defRPr>
            </a:lvl9pPr>
          </a:lstStyle>
          <a:p>
            <a:endParaRPr/>
          </a:p>
        </p:txBody>
      </p:sp>
      <p:sp>
        <p:nvSpPr>
          <p:cNvPr id="49" name="Google Shape;49;p50"/>
          <p:cNvSpPr txBox="1">
            <a:spLocks noGrp="1"/>
          </p:cNvSpPr>
          <p:nvPr>
            <p:ph type="sldNum" idx="12"/>
          </p:nvPr>
        </p:nvSpPr>
        <p:spPr>
          <a:xfrm>
            <a:off x="11330665" y="6251679"/>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sp>
        <p:nvSpPr>
          <p:cNvPr id="51" name="Google Shape;51;p51"/>
          <p:cNvSpPr/>
          <p:nvPr/>
        </p:nvSpPr>
        <p:spPr>
          <a:xfrm>
            <a:off x="6096000" y="167"/>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89"/>
              <a:buFont typeface="Arial"/>
              <a:buNone/>
            </a:pPr>
            <a:endParaRPr sz="2489" b="0" i="0" u="none" strike="noStrike" cap="none">
              <a:solidFill>
                <a:srgbClr val="000000"/>
              </a:solidFill>
              <a:latin typeface="Arial"/>
              <a:ea typeface="Arial"/>
              <a:cs typeface="Arial"/>
              <a:sym typeface="Arial"/>
            </a:endParaRPr>
          </a:p>
        </p:txBody>
      </p:sp>
      <p:cxnSp>
        <p:nvCxnSpPr>
          <p:cNvPr id="52" name="Google Shape;52;p51"/>
          <p:cNvCxnSpPr/>
          <p:nvPr/>
        </p:nvCxnSpPr>
        <p:spPr>
          <a:xfrm>
            <a:off x="6706233" y="5994000"/>
            <a:ext cx="624400" cy="0"/>
          </a:xfrm>
          <a:prstGeom prst="straightConnector1">
            <a:avLst/>
          </a:prstGeom>
          <a:noFill/>
          <a:ln w="19050" cap="flat" cmpd="sng">
            <a:solidFill>
              <a:schemeClr val="lt1"/>
            </a:solidFill>
            <a:prstDash val="solid"/>
            <a:round/>
            <a:headEnd type="none" w="sm" len="sm"/>
            <a:tailEnd type="none" w="sm" len="sm"/>
          </a:ln>
        </p:spPr>
      </p:cxnSp>
      <p:sp>
        <p:nvSpPr>
          <p:cNvPr id="53" name="Google Shape;53;p51"/>
          <p:cNvSpPr txBox="1">
            <a:spLocks noGrp="1"/>
          </p:cNvSpPr>
          <p:nvPr>
            <p:ph type="title"/>
          </p:nvPr>
        </p:nvSpPr>
        <p:spPr>
          <a:xfrm>
            <a:off x="354000" y="1863133"/>
            <a:ext cx="5393600" cy="1757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3600"/>
              <a:buNone/>
              <a:defRPr sz="4800">
                <a:solidFill>
                  <a:schemeClr val="dk1"/>
                </a:solidFill>
              </a:defRPr>
            </a:lvl1pPr>
            <a:lvl2pPr lvl="1" algn="ctr">
              <a:lnSpc>
                <a:spcPct val="100000"/>
              </a:lnSpc>
              <a:spcBef>
                <a:spcPts val="0"/>
              </a:spcBef>
              <a:spcAft>
                <a:spcPts val="0"/>
              </a:spcAft>
              <a:buClr>
                <a:schemeClr val="dk1"/>
              </a:buClr>
              <a:buSzPts val="3600"/>
              <a:buNone/>
              <a:defRPr sz="4800">
                <a:solidFill>
                  <a:schemeClr val="dk1"/>
                </a:solidFill>
              </a:defRPr>
            </a:lvl2pPr>
            <a:lvl3pPr lvl="2" algn="ctr">
              <a:lnSpc>
                <a:spcPct val="100000"/>
              </a:lnSpc>
              <a:spcBef>
                <a:spcPts val="0"/>
              </a:spcBef>
              <a:spcAft>
                <a:spcPts val="0"/>
              </a:spcAft>
              <a:buClr>
                <a:schemeClr val="dk1"/>
              </a:buClr>
              <a:buSzPts val="3600"/>
              <a:buNone/>
              <a:defRPr sz="4800">
                <a:solidFill>
                  <a:schemeClr val="dk1"/>
                </a:solidFill>
              </a:defRPr>
            </a:lvl3pPr>
            <a:lvl4pPr lvl="3" algn="ctr">
              <a:lnSpc>
                <a:spcPct val="100000"/>
              </a:lnSpc>
              <a:spcBef>
                <a:spcPts val="0"/>
              </a:spcBef>
              <a:spcAft>
                <a:spcPts val="0"/>
              </a:spcAft>
              <a:buClr>
                <a:schemeClr val="dk1"/>
              </a:buClr>
              <a:buSzPts val="3600"/>
              <a:buNone/>
              <a:defRPr sz="4800">
                <a:solidFill>
                  <a:schemeClr val="dk1"/>
                </a:solidFill>
              </a:defRPr>
            </a:lvl4pPr>
            <a:lvl5pPr lvl="4" algn="ctr">
              <a:lnSpc>
                <a:spcPct val="100000"/>
              </a:lnSpc>
              <a:spcBef>
                <a:spcPts val="0"/>
              </a:spcBef>
              <a:spcAft>
                <a:spcPts val="0"/>
              </a:spcAft>
              <a:buClr>
                <a:schemeClr val="dk1"/>
              </a:buClr>
              <a:buSzPts val="3600"/>
              <a:buNone/>
              <a:defRPr sz="4800">
                <a:solidFill>
                  <a:schemeClr val="dk1"/>
                </a:solidFill>
              </a:defRPr>
            </a:lvl5pPr>
            <a:lvl6pPr lvl="5" algn="ctr">
              <a:lnSpc>
                <a:spcPct val="100000"/>
              </a:lnSpc>
              <a:spcBef>
                <a:spcPts val="0"/>
              </a:spcBef>
              <a:spcAft>
                <a:spcPts val="0"/>
              </a:spcAft>
              <a:buClr>
                <a:schemeClr val="dk1"/>
              </a:buClr>
              <a:buSzPts val="3600"/>
              <a:buNone/>
              <a:defRPr sz="4800">
                <a:solidFill>
                  <a:schemeClr val="dk1"/>
                </a:solidFill>
              </a:defRPr>
            </a:lvl6pPr>
            <a:lvl7pPr lvl="6" algn="ctr">
              <a:lnSpc>
                <a:spcPct val="100000"/>
              </a:lnSpc>
              <a:spcBef>
                <a:spcPts val="0"/>
              </a:spcBef>
              <a:spcAft>
                <a:spcPts val="0"/>
              </a:spcAft>
              <a:buClr>
                <a:schemeClr val="dk1"/>
              </a:buClr>
              <a:buSzPts val="3600"/>
              <a:buNone/>
              <a:defRPr sz="4800">
                <a:solidFill>
                  <a:schemeClr val="dk1"/>
                </a:solidFill>
              </a:defRPr>
            </a:lvl7pPr>
            <a:lvl8pPr lvl="7" algn="ctr">
              <a:lnSpc>
                <a:spcPct val="100000"/>
              </a:lnSpc>
              <a:spcBef>
                <a:spcPts val="0"/>
              </a:spcBef>
              <a:spcAft>
                <a:spcPts val="0"/>
              </a:spcAft>
              <a:buClr>
                <a:schemeClr val="dk1"/>
              </a:buClr>
              <a:buSzPts val="3600"/>
              <a:buNone/>
              <a:defRPr sz="4800">
                <a:solidFill>
                  <a:schemeClr val="dk1"/>
                </a:solidFill>
              </a:defRPr>
            </a:lvl8pPr>
            <a:lvl9pPr lvl="8" algn="ctr">
              <a:lnSpc>
                <a:spcPct val="100000"/>
              </a:lnSpc>
              <a:spcBef>
                <a:spcPts val="0"/>
              </a:spcBef>
              <a:spcAft>
                <a:spcPts val="0"/>
              </a:spcAft>
              <a:buClr>
                <a:schemeClr val="dk1"/>
              </a:buClr>
              <a:buSzPts val="3600"/>
              <a:buNone/>
              <a:defRPr sz="4800">
                <a:solidFill>
                  <a:schemeClr val="dk1"/>
                </a:solidFill>
              </a:defRPr>
            </a:lvl9pPr>
          </a:lstStyle>
          <a:p>
            <a:endParaRPr/>
          </a:p>
        </p:txBody>
      </p:sp>
      <p:sp>
        <p:nvSpPr>
          <p:cNvPr id="54" name="Google Shape;54;p51"/>
          <p:cNvSpPr txBox="1">
            <a:spLocks noGrp="1"/>
          </p:cNvSpPr>
          <p:nvPr>
            <p:ph type="subTitle" idx="1"/>
          </p:nvPr>
        </p:nvSpPr>
        <p:spPr>
          <a:xfrm>
            <a:off x="354000" y="3647161"/>
            <a:ext cx="5393600" cy="1794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55" name="Google Shape;55;p51"/>
          <p:cNvSpPr txBox="1">
            <a:spLocks noGrp="1"/>
          </p:cNvSpPr>
          <p:nvPr>
            <p:ph type="body" idx="2"/>
          </p:nvPr>
        </p:nvSpPr>
        <p:spPr>
          <a:xfrm>
            <a:off x="6586000" y="965600"/>
            <a:ext cx="5116000" cy="49268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2133"/>
              </a:spcBef>
              <a:spcAft>
                <a:spcPts val="0"/>
              </a:spcAft>
              <a:buClr>
                <a:schemeClr val="lt1"/>
              </a:buClr>
              <a:buSzPts val="1400"/>
              <a:buChar char="○"/>
              <a:defRPr>
                <a:solidFill>
                  <a:schemeClr val="lt1"/>
                </a:solidFill>
              </a:defRPr>
            </a:lvl2pPr>
            <a:lvl3pPr marL="1371600" lvl="2" indent="-317500" algn="l">
              <a:lnSpc>
                <a:spcPct val="115000"/>
              </a:lnSpc>
              <a:spcBef>
                <a:spcPts val="2133"/>
              </a:spcBef>
              <a:spcAft>
                <a:spcPts val="0"/>
              </a:spcAft>
              <a:buClr>
                <a:schemeClr val="lt1"/>
              </a:buClr>
              <a:buSzPts val="1400"/>
              <a:buChar char="■"/>
              <a:defRPr>
                <a:solidFill>
                  <a:schemeClr val="lt1"/>
                </a:solidFill>
              </a:defRPr>
            </a:lvl3pPr>
            <a:lvl4pPr marL="1828800" lvl="3" indent="-317500" algn="l">
              <a:lnSpc>
                <a:spcPct val="115000"/>
              </a:lnSpc>
              <a:spcBef>
                <a:spcPts val="2133"/>
              </a:spcBef>
              <a:spcAft>
                <a:spcPts val="0"/>
              </a:spcAft>
              <a:buClr>
                <a:schemeClr val="lt1"/>
              </a:buClr>
              <a:buSzPts val="1400"/>
              <a:buChar char="●"/>
              <a:defRPr>
                <a:solidFill>
                  <a:schemeClr val="lt1"/>
                </a:solidFill>
              </a:defRPr>
            </a:lvl4pPr>
            <a:lvl5pPr marL="2286000" lvl="4" indent="-317500" algn="l">
              <a:lnSpc>
                <a:spcPct val="115000"/>
              </a:lnSpc>
              <a:spcBef>
                <a:spcPts val="2133"/>
              </a:spcBef>
              <a:spcAft>
                <a:spcPts val="0"/>
              </a:spcAft>
              <a:buClr>
                <a:schemeClr val="lt1"/>
              </a:buClr>
              <a:buSzPts val="1400"/>
              <a:buChar char="○"/>
              <a:defRPr>
                <a:solidFill>
                  <a:schemeClr val="lt1"/>
                </a:solidFill>
              </a:defRPr>
            </a:lvl5pPr>
            <a:lvl6pPr marL="2743200" lvl="5" indent="-317500" algn="l">
              <a:lnSpc>
                <a:spcPct val="115000"/>
              </a:lnSpc>
              <a:spcBef>
                <a:spcPts val="2133"/>
              </a:spcBef>
              <a:spcAft>
                <a:spcPts val="0"/>
              </a:spcAft>
              <a:buClr>
                <a:schemeClr val="lt1"/>
              </a:buClr>
              <a:buSzPts val="1400"/>
              <a:buChar char="■"/>
              <a:defRPr>
                <a:solidFill>
                  <a:schemeClr val="lt1"/>
                </a:solidFill>
              </a:defRPr>
            </a:lvl6pPr>
            <a:lvl7pPr marL="3200400" lvl="6" indent="-317500" algn="l">
              <a:lnSpc>
                <a:spcPct val="115000"/>
              </a:lnSpc>
              <a:spcBef>
                <a:spcPts val="2133"/>
              </a:spcBef>
              <a:spcAft>
                <a:spcPts val="0"/>
              </a:spcAft>
              <a:buClr>
                <a:schemeClr val="lt1"/>
              </a:buClr>
              <a:buSzPts val="1400"/>
              <a:buChar char="●"/>
              <a:defRPr>
                <a:solidFill>
                  <a:schemeClr val="lt1"/>
                </a:solidFill>
              </a:defRPr>
            </a:lvl7pPr>
            <a:lvl8pPr marL="3657600" lvl="7" indent="-317500" algn="l">
              <a:lnSpc>
                <a:spcPct val="115000"/>
              </a:lnSpc>
              <a:spcBef>
                <a:spcPts val="2133"/>
              </a:spcBef>
              <a:spcAft>
                <a:spcPts val="0"/>
              </a:spcAft>
              <a:buClr>
                <a:schemeClr val="lt1"/>
              </a:buClr>
              <a:buSzPts val="1400"/>
              <a:buChar char="○"/>
              <a:defRPr>
                <a:solidFill>
                  <a:schemeClr val="lt1"/>
                </a:solidFill>
              </a:defRPr>
            </a:lvl8pPr>
            <a:lvl9pPr marL="4114800" lvl="8" indent="-317500" algn="l">
              <a:lnSpc>
                <a:spcPct val="115000"/>
              </a:lnSpc>
              <a:spcBef>
                <a:spcPts val="2133"/>
              </a:spcBef>
              <a:spcAft>
                <a:spcPts val="2133"/>
              </a:spcAft>
              <a:buClr>
                <a:schemeClr val="lt1"/>
              </a:buClr>
              <a:buSzPts val="1400"/>
              <a:buChar char="■"/>
              <a:defRPr>
                <a:solidFill>
                  <a:schemeClr val="lt1"/>
                </a:solidFill>
              </a:defRPr>
            </a:lvl9pPr>
          </a:lstStyle>
          <a:p>
            <a:endParaRPr/>
          </a:p>
        </p:txBody>
      </p:sp>
      <p:sp>
        <p:nvSpPr>
          <p:cNvPr id="56" name="Google Shape;56;p51"/>
          <p:cNvSpPr txBox="1">
            <a:spLocks noGrp="1"/>
          </p:cNvSpPr>
          <p:nvPr>
            <p:ph type="sldNum" idx="12"/>
          </p:nvPr>
        </p:nvSpPr>
        <p:spPr>
          <a:xfrm>
            <a:off x="11330665" y="6251679"/>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33"/>
              <a:buFont typeface="Arial"/>
              <a:buNone/>
              <a:defRPr sz="1333"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7"/>
        <p:cNvGrpSpPr/>
        <p:nvPr/>
      </p:nvGrpSpPr>
      <p:grpSpPr>
        <a:xfrm>
          <a:off x="0" y="0"/>
          <a:ext cx="0" cy="0"/>
          <a:chOff x="0" y="0"/>
          <a:chExt cx="0" cy="0"/>
        </a:xfrm>
      </p:grpSpPr>
      <p:cxnSp>
        <p:nvCxnSpPr>
          <p:cNvPr id="58" name="Google Shape;58;p52"/>
          <p:cNvCxnSpPr/>
          <p:nvPr/>
        </p:nvCxnSpPr>
        <p:spPr>
          <a:xfrm>
            <a:off x="566933" y="6320000"/>
            <a:ext cx="11062400" cy="0"/>
          </a:xfrm>
          <a:prstGeom prst="straightConnector1">
            <a:avLst/>
          </a:prstGeom>
          <a:noFill/>
          <a:ln w="19050" cap="flat" cmpd="sng">
            <a:solidFill>
              <a:schemeClr val="dk2"/>
            </a:solidFill>
            <a:prstDash val="solid"/>
            <a:round/>
            <a:headEnd type="none" w="sm" len="sm"/>
            <a:tailEnd type="none" w="sm" len="sm"/>
          </a:ln>
        </p:spPr>
      </p:cxnSp>
      <p:cxnSp>
        <p:nvCxnSpPr>
          <p:cNvPr id="59" name="Google Shape;59;p52"/>
          <p:cNvCxnSpPr/>
          <p:nvPr/>
        </p:nvCxnSpPr>
        <p:spPr>
          <a:xfrm>
            <a:off x="566931" y="554200"/>
            <a:ext cx="244400" cy="0"/>
          </a:xfrm>
          <a:prstGeom prst="straightConnector1">
            <a:avLst/>
          </a:prstGeom>
          <a:noFill/>
          <a:ln w="19050" cap="flat" cmpd="sng">
            <a:solidFill>
              <a:schemeClr val="dk2"/>
            </a:solidFill>
            <a:prstDash val="solid"/>
            <a:round/>
            <a:headEnd type="none" w="sm" len="sm"/>
            <a:tailEnd type="none" w="sm" len="sm"/>
          </a:ln>
        </p:spPr>
      </p:cxnSp>
      <p:sp>
        <p:nvSpPr>
          <p:cNvPr id="60" name="Google Shape;60;p52"/>
          <p:cNvSpPr txBox="1">
            <a:spLocks noGrp="1"/>
          </p:cNvSpPr>
          <p:nvPr>
            <p:ph type="body" idx="1"/>
          </p:nvPr>
        </p:nvSpPr>
        <p:spPr>
          <a:xfrm>
            <a:off x="437356" y="5634700"/>
            <a:ext cx="11184800" cy="5248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61" name="Google Shape;61;p52"/>
          <p:cNvSpPr txBox="1">
            <a:spLocks noGrp="1"/>
          </p:cNvSpPr>
          <p:nvPr>
            <p:ph type="sldNum" idx="12"/>
          </p:nvPr>
        </p:nvSpPr>
        <p:spPr>
          <a:xfrm>
            <a:off x="11330665" y="6251679"/>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1pPr>
            <a:lvl2pPr marL="0" marR="0" lvl="1"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2pPr>
            <a:lvl3pPr marL="0" marR="0" lvl="2"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3pPr>
            <a:lvl4pPr marL="0" marR="0" lvl="3"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4pPr>
            <a:lvl5pPr marL="0" marR="0" lvl="4"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5pPr>
            <a:lvl6pPr marL="0" marR="0" lvl="5"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6pPr>
            <a:lvl7pPr marL="0" marR="0" lvl="6"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7pPr>
            <a:lvl8pPr marL="0" marR="0" lvl="7"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8pPr>
            <a:lvl9pPr marL="0" marR="0" lvl="8"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2"/>
        <p:cNvGrpSpPr/>
        <p:nvPr/>
      </p:nvGrpSpPr>
      <p:grpSpPr>
        <a:xfrm>
          <a:off x="0" y="0"/>
          <a:ext cx="0" cy="0"/>
          <a:chOff x="0" y="0"/>
          <a:chExt cx="0" cy="0"/>
        </a:xfrm>
      </p:grpSpPr>
      <p:cxnSp>
        <p:nvCxnSpPr>
          <p:cNvPr id="63" name="Google Shape;63;p53"/>
          <p:cNvCxnSpPr/>
          <p:nvPr/>
        </p:nvCxnSpPr>
        <p:spPr>
          <a:xfrm>
            <a:off x="566933" y="6320000"/>
            <a:ext cx="11062400" cy="0"/>
          </a:xfrm>
          <a:prstGeom prst="straightConnector1">
            <a:avLst/>
          </a:prstGeom>
          <a:noFill/>
          <a:ln w="19050" cap="flat" cmpd="sng">
            <a:solidFill>
              <a:schemeClr val="dk2"/>
            </a:solidFill>
            <a:prstDash val="solid"/>
            <a:round/>
            <a:headEnd type="none" w="sm" len="sm"/>
            <a:tailEnd type="none" w="sm" len="sm"/>
          </a:ln>
        </p:spPr>
      </p:cxnSp>
      <p:cxnSp>
        <p:nvCxnSpPr>
          <p:cNvPr id="64" name="Google Shape;64;p53"/>
          <p:cNvCxnSpPr/>
          <p:nvPr/>
        </p:nvCxnSpPr>
        <p:spPr>
          <a:xfrm>
            <a:off x="566933" y="554200"/>
            <a:ext cx="11062400" cy="0"/>
          </a:xfrm>
          <a:prstGeom prst="straightConnector1">
            <a:avLst/>
          </a:prstGeom>
          <a:noFill/>
          <a:ln w="38100" cap="flat" cmpd="sng">
            <a:solidFill>
              <a:schemeClr val="dk2"/>
            </a:solidFill>
            <a:prstDash val="solid"/>
            <a:round/>
            <a:headEnd type="none" w="sm" len="sm"/>
            <a:tailEnd type="none" w="sm" len="sm"/>
          </a:ln>
        </p:spPr>
      </p:cxnSp>
      <p:sp>
        <p:nvSpPr>
          <p:cNvPr id="65" name="Google Shape;65;p53"/>
          <p:cNvSpPr txBox="1">
            <a:spLocks noGrp="1"/>
          </p:cNvSpPr>
          <p:nvPr>
            <p:ph type="title" hasCustomPrompt="1"/>
          </p:nvPr>
        </p:nvSpPr>
        <p:spPr>
          <a:xfrm>
            <a:off x="1138600" y="1739800"/>
            <a:ext cx="9914800" cy="20512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9600"/>
              <a:buFont typeface="Lato"/>
              <a:buNone/>
              <a:defRPr sz="12800">
                <a:solidFill>
                  <a:schemeClr val="dk1"/>
                </a:solidFill>
                <a:latin typeface="Lato"/>
                <a:ea typeface="Lato"/>
                <a:cs typeface="Lato"/>
                <a:sym typeface="Lato"/>
              </a:defRPr>
            </a:lvl1pPr>
            <a:lvl2pPr lvl="1" algn="ctr">
              <a:lnSpc>
                <a:spcPct val="100000"/>
              </a:lnSpc>
              <a:spcBef>
                <a:spcPts val="0"/>
              </a:spcBef>
              <a:spcAft>
                <a:spcPts val="0"/>
              </a:spcAft>
              <a:buClr>
                <a:schemeClr val="dk1"/>
              </a:buClr>
              <a:buSzPts val="9600"/>
              <a:buFont typeface="Lato"/>
              <a:buNone/>
              <a:defRPr sz="12800">
                <a:solidFill>
                  <a:schemeClr val="dk1"/>
                </a:solidFill>
                <a:latin typeface="Lato"/>
                <a:ea typeface="Lato"/>
                <a:cs typeface="Lato"/>
                <a:sym typeface="Lato"/>
              </a:defRPr>
            </a:lvl2pPr>
            <a:lvl3pPr lvl="2" algn="ctr">
              <a:lnSpc>
                <a:spcPct val="100000"/>
              </a:lnSpc>
              <a:spcBef>
                <a:spcPts val="0"/>
              </a:spcBef>
              <a:spcAft>
                <a:spcPts val="0"/>
              </a:spcAft>
              <a:buClr>
                <a:schemeClr val="dk1"/>
              </a:buClr>
              <a:buSzPts val="9600"/>
              <a:buFont typeface="Lato"/>
              <a:buNone/>
              <a:defRPr sz="12800">
                <a:solidFill>
                  <a:schemeClr val="dk1"/>
                </a:solidFill>
                <a:latin typeface="Lato"/>
                <a:ea typeface="Lato"/>
                <a:cs typeface="Lato"/>
                <a:sym typeface="Lato"/>
              </a:defRPr>
            </a:lvl3pPr>
            <a:lvl4pPr lvl="3" algn="ctr">
              <a:lnSpc>
                <a:spcPct val="100000"/>
              </a:lnSpc>
              <a:spcBef>
                <a:spcPts val="0"/>
              </a:spcBef>
              <a:spcAft>
                <a:spcPts val="0"/>
              </a:spcAft>
              <a:buClr>
                <a:schemeClr val="dk1"/>
              </a:buClr>
              <a:buSzPts val="9600"/>
              <a:buFont typeface="Lato"/>
              <a:buNone/>
              <a:defRPr sz="12800">
                <a:solidFill>
                  <a:schemeClr val="dk1"/>
                </a:solidFill>
                <a:latin typeface="Lato"/>
                <a:ea typeface="Lato"/>
                <a:cs typeface="Lato"/>
                <a:sym typeface="Lato"/>
              </a:defRPr>
            </a:lvl4pPr>
            <a:lvl5pPr lvl="4" algn="ctr">
              <a:lnSpc>
                <a:spcPct val="100000"/>
              </a:lnSpc>
              <a:spcBef>
                <a:spcPts val="0"/>
              </a:spcBef>
              <a:spcAft>
                <a:spcPts val="0"/>
              </a:spcAft>
              <a:buClr>
                <a:schemeClr val="dk1"/>
              </a:buClr>
              <a:buSzPts val="9600"/>
              <a:buFont typeface="Lato"/>
              <a:buNone/>
              <a:defRPr sz="12800">
                <a:solidFill>
                  <a:schemeClr val="dk1"/>
                </a:solidFill>
                <a:latin typeface="Lato"/>
                <a:ea typeface="Lato"/>
                <a:cs typeface="Lato"/>
                <a:sym typeface="Lato"/>
              </a:defRPr>
            </a:lvl5pPr>
            <a:lvl6pPr lvl="5" algn="ctr">
              <a:lnSpc>
                <a:spcPct val="100000"/>
              </a:lnSpc>
              <a:spcBef>
                <a:spcPts val="0"/>
              </a:spcBef>
              <a:spcAft>
                <a:spcPts val="0"/>
              </a:spcAft>
              <a:buClr>
                <a:schemeClr val="dk1"/>
              </a:buClr>
              <a:buSzPts val="9600"/>
              <a:buFont typeface="Lato"/>
              <a:buNone/>
              <a:defRPr sz="12800">
                <a:solidFill>
                  <a:schemeClr val="dk1"/>
                </a:solidFill>
                <a:latin typeface="Lato"/>
                <a:ea typeface="Lato"/>
                <a:cs typeface="Lato"/>
                <a:sym typeface="Lato"/>
              </a:defRPr>
            </a:lvl6pPr>
            <a:lvl7pPr lvl="6" algn="ctr">
              <a:lnSpc>
                <a:spcPct val="100000"/>
              </a:lnSpc>
              <a:spcBef>
                <a:spcPts val="0"/>
              </a:spcBef>
              <a:spcAft>
                <a:spcPts val="0"/>
              </a:spcAft>
              <a:buClr>
                <a:schemeClr val="dk1"/>
              </a:buClr>
              <a:buSzPts val="9600"/>
              <a:buFont typeface="Lato"/>
              <a:buNone/>
              <a:defRPr sz="12800">
                <a:solidFill>
                  <a:schemeClr val="dk1"/>
                </a:solidFill>
                <a:latin typeface="Lato"/>
                <a:ea typeface="Lato"/>
                <a:cs typeface="Lato"/>
                <a:sym typeface="Lato"/>
              </a:defRPr>
            </a:lvl7pPr>
            <a:lvl8pPr lvl="7" algn="ctr">
              <a:lnSpc>
                <a:spcPct val="100000"/>
              </a:lnSpc>
              <a:spcBef>
                <a:spcPts val="0"/>
              </a:spcBef>
              <a:spcAft>
                <a:spcPts val="0"/>
              </a:spcAft>
              <a:buClr>
                <a:schemeClr val="dk1"/>
              </a:buClr>
              <a:buSzPts val="9600"/>
              <a:buFont typeface="Lato"/>
              <a:buNone/>
              <a:defRPr sz="12800">
                <a:solidFill>
                  <a:schemeClr val="dk1"/>
                </a:solidFill>
                <a:latin typeface="Lato"/>
                <a:ea typeface="Lato"/>
                <a:cs typeface="Lato"/>
                <a:sym typeface="Lato"/>
              </a:defRPr>
            </a:lvl8pPr>
            <a:lvl9pPr lvl="8" algn="ctr">
              <a:lnSpc>
                <a:spcPct val="100000"/>
              </a:lnSpc>
              <a:spcBef>
                <a:spcPts val="0"/>
              </a:spcBef>
              <a:spcAft>
                <a:spcPts val="0"/>
              </a:spcAft>
              <a:buClr>
                <a:schemeClr val="dk1"/>
              </a:buClr>
              <a:buSzPts val="9600"/>
              <a:buFont typeface="Lato"/>
              <a:buNone/>
              <a:defRPr sz="12800">
                <a:solidFill>
                  <a:schemeClr val="dk1"/>
                </a:solidFill>
                <a:latin typeface="Lato"/>
                <a:ea typeface="Lato"/>
                <a:cs typeface="Lato"/>
                <a:sym typeface="Lato"/>
              </a:defRPr>
            </a:lvl9pPr>
          </a:lstStyle>
          <a:p>
            <a:r>
              <a:t>xx%</a:t>
            </a:r>
          </a:p>
        </p:txBody>
      </p:sp>
      <p:sp>
        <p:nvSpPr>
          <p:cNvPr id="66" name="Google Shape;66;p53"/>
          <p:cNvSpPr txBox="1">
            <a:spLocks noGrp="1"/>
          </p:cNvSpPr>
          <p:nvPr>
            <p:ph type="body" idx="1"/>
          </p:nvPr>
        </p:nvSpPr>
        <p:spPr>
          <a:xfrm>
            <a:off x="1138600" y="3892600"/>
            <a:ext cx="9914800" cy="1428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2133"/>
              </a:spcBef>
              <a:spcAft>
                <a:spcPts val="0"/>
              </a:spcAft>
              <a:buSzPts val="1400"/>
              <a:buChar char="○"/>
              <a:defRPr/>
            </a:lvl2pPr>
            <a:lvl3pPr marL="1371600" lvl="2" indent="-317500" algn="ctr">
              <a:lnSpc>
                <a:spcPct val="115000"/>
              </a:lnSpc>
              <a:spcBef>
                <a:spcPts val="2133"/>
              </a:spcBef>
              <a:spcAft>
                <a:spcPts val="0"/>
              </a:spcAft>
              <a:buSzPts val="1400"/>
              <a:buChar char="■"/>
              <a:defRPr/>
            </a:lvl3pPr>
            <a:lvl4pPr marL="1828800" lvl="3" indent="-317500" algn="ctr">
              <a:lnSpc>
                <a:spcPct val="115000"/>
              </a:lnSpc>
              <a:spcBef>
                <a:spcPts val="2133"/>
              </a:spcBef>
              <a:spcAft>
                <a:spcPts val="0"/>
              </a:spcAft>
              <a:buSzPts val="1400"/>
              <a:buChar char="●"/>
              <a:defRPr/>
            </a:lvl4pPr>
            <a:lvl5pPr marL="2286000" lvl="4" indent="-317500" algn="ctr">
              <a:lnSpc>
                <a:spcPct val="115000"/>
              </a:lnSpc>
              <a:spcBef>
                <a:spcPts val="2133"/>
              </a:spcBef>
              <a:spcAft>
                <a:spcPts val="0"/>
              </a:spcAft>
              <a:buSzPts val="1400"/>
              <a:buChar char="○"/>
              <a:defRPr/>
            </a:lvl5pPr>
            <a:lvl6pPr marL="2743200" lvl="5" indent="-317500" algn="ctr">
              <a:lnSpc>
                <a:spcPct val="115000"/>
              </a:lnSpc>
              <a:spcBef>
                <a:spcPts val="2133"/>
              </a:spcBef>
              <a:spcAft>
                <a:spcPts val="0"/>
              </a:spcAft>
              <a:buSzPts val="1400"/>
              <a:buChar char="■"/>
              <a:defRPr/>
            </a:lvl6pPr>
            <a:lvl7pPr marL="3200400" lvl="6" indent="-317500" algn="ctr">
              <a:lnSpc>
                <a:spcPct val="115000"/>
              </a:lnSpc>
              <a:spcBef>
                <a:spcPts val="2133"/>
              </a:spcBef>
              <a:spcAft>
                <a:spcPts val="0"/>
              </a:spcAft>
              <a:buSzPts val="1400"/>
              <a:buChar char="●"/>
              <a:defRPr/>
            </a:lvl7pPr>
            <a:lvl8pPr marL="3657600" lvl="7" indent="-317500" algn="ctr">
              <a:lnSpc>
                <a:spcPct val="115000"/>
              </a:lnSpc>
              <a:spcBef>
                <a:spcPts val="2133"/>
              </a:spcBef>
              <a:spcAft>
                <a:spcPts val="0"/>
              </a:spcAft>
              <a:buSzPts val="1400"/>
              <a:buChar char="○"/>
              <a:defRPr/>
            </a:lvl8pPr>
            <a:lvl9pPr marL="4114800" lvl="8" indent="-317500" algn="ctr">
              <a:lnSpc>
                <a:spcPct val="115000"/>
              </a:lnSpc>
              <a:spcBef>
                <a:spcPts val="2133"/>
              </a:spcBef>
              <a:spcAft>
                <a:spcPts val="2133"/>
              </a:spcAft>
              <a:buSzPts val="1400"/>
              <a:buChar char="■"/>
              <a:defRPr/>
            </a:lvl9pPr>
          </a:lstStyle>
          <a:p>
            <a:endParaRPr/>
          </a:p>
        </p:txBody>
      </p:sp>
      <p:sp>
        <p:nvSpPr>
          <p:cNvPr id="67" name="Google Shape;67;p53"/>
          <p:cNvSpPr txBox="1">
            <a:spLocks noGrp="1"/>
          </p:cNvSpPr>
          <p:nvPr>
            <p:ph type="sldNum" idx="12"/>
          </p:nvPr>
        </p:nvSpPr>
        <p:spPr>
          <a:xfrm>
            <a:off x="11330665" y="6251679"/>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1pPr>
            <a:lvl2pPr marL="0" marR="0" lvl="1"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2pPr>
            <a:lvl3pPr marL="0" marR="0" lvl="2"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3pPr>
            <a:lvl4pPr marL="0" marR="0" lvl="3"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4pPr>
            <a:lvl5pPr marL="0" marR="0" lvl="4"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5pPr>
            <a:lvl6pPr marL="0" marR="0" lvl="5"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6pPr>
            <a:lvl7pPr marL="0" marR="0" lvl="6"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7pPr>
            <a:lvl8pPr marL="0" marR="0" lvl="7"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8pPr>
            <a:lvl9pPr marL="0" marR="0" lvl="8" indent="0" algn="r">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wiss-2">
    <p:bg>
      <p:bgPr>
        <a:solidFill>
          <a:schemeClr val="lt1"/>
        </a:solidFill>
        <a:effectLst/>
      </p:bgPr>
    </p:bg>
    <p:spTree>
      <p:nvGrpSpPr>
        <p:cNvPr id="1" name="Shape 5"/>
        <p:cNvGrpSpPr/>
        <p:nvPr/>
      </p:nvGrpSpPr>
      <p:grpSpPr>
        <a:xfrm>
          <a:off x="0" y="0"/>
          <a:ext cx="0" cy="0"/>
          <a:chOff x="0" y="0"/>
          <a:chExt cx="0" cy="0"/>
        </a:xfrm>
      </p:grpSpPr>
      <p:sp>
        <p:nvSpPr>
          <p:cNvPr id="6" name="Google Shape;6;p42"/>
          <p:cNvSpPr txBox="1">
            <a:spLocks noGrp="1"/>
          </p:cNvSpPr>
          <p:nvPr>
            <p:ph type="title"/>
          </p:nvPr>
        </p:nvSpPr>
        <p:spPr>
          <a:xfrm>
            <a:off x="3200333" y="767933"/>
            <a:ext cx="8428800" cy="8472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Raleway"/>
                <a:ea typeface="Raleway"/>
                <a:cs typeface="Raleway"/>
                <a:sym typeface="Raleway"/>
              </a:defRPr>
            </a:lvl9pPr>
          </a:lstStyle>
          <a:p>
            <a:endParaRPr/>
          </a:p>
        </p:txBody>
      </p:sp>
      <p:sp>
        <p:nvSpPr>
          <p:cNvPr id="7" name="Google Shape;7;p42"/>
          <p:cNvSpPr txBox="1">
            <a:spLocks noGrp="1"/>
          </p:cNvSpPr>
          <p:nvPr>
            <p:ph type="body" idx="1"/>
          </p:nvPr>
        </p:nvSpPr>
        <p:spPr>
          <a:xfrm>
            <a:off x="3213483" y="2127701"/>
            <a:ext cx="8428800" cy="4003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Lato"/>
              <a:buChar char="●"/>
              <a:defRPr sz="1800" b="0" i="0" u="none" strike="noStrike" cap="none">
                <a:solidFill>
                  <a:schemeClr val="dk2"/>
                </a:solidFill>
                <a:latin typeface="Lato"/>
                <a:ea typeface="Lato"/>
                <a:cs typeface="Lato"/>
                <a:sym typeface="Lato"/>
              </a:defRPr>
            </a:lvl1pPr>
            <a:lvl2pPr marL="914400" marR="0" lvl="1" indent="-317500" algn="l" rtl="0">
              <a:lnSpc>
                <a:spcPct val="115000"/>
              </a:lnSpc>
              <a:spcBef>
                <a:spcPts val="1600"/>
              </a:spcBef>
              <a:spcAft>
                <a:spcPts val="0"/>
              </a:spcAft>
              <a:buClr>
                <a:schemeClr val="dk2"/>
              </a:buClr>
              <a:buSzPts val="1400"/>
              <a:buFont typeface="Lato"/>
              <a:buChar char="○"/>
              <a:defRPr sz="1867" b="0" i="0" u="none" strike="noStrike" cap="none">
                <a:solidFill>
                  <a:schemeClr val="dk2"/>
                </a:solidFill>
                <a:latin typeface="Lato"/>
                <a:ea typeface="Lato"/>
                <a:cs typeface="Lato"/>
                <a:sym typeface="Lato"/>
              </a:defRPr>
            </a:lvl2pPr>
            <a:lvl3pPr marL="1371600" marR="0" lvl="2" indent="-317500" algn="l" rtl="0">
              <a:lnSpc>
                <a:spcPct val="115000"/>
              </a:lnSpc>
              <a:spcBef>
                <a:spcPts val="1600"/>
              </a:spcBef>
              <a:spcAft>
                <a:spcPts val="0"/>
              </a:spcAft>
              <a:buClr>
                <a:schemeClr val="dk2"/>
              </a:buClr>
              <a:buSzPts val="1400"/>
              <a:buFont typeface="Lato"/>
              <a:buChar char="■"/>
              <a:defRPr sz="1867" b="0" i="0" u="none" strike="noStrike" cap="none">
                <a:solidFill>
                  <a:schemeClr val="dk2"/>
                </a:solidFill>
                <a:latin typeface="Lato"/>
                <a:ea typeface="Lato"/>
                <a:cs typeface="Lato"/>
                <a:sym typeface="Lato"/>
              </a:defRPr>
            </a:lvl3pPr>
            <a:lvl4pPr marL="1828800" marR="0" lvl="3" indent="-317500" algn="l" rtl="0">
              <a:lnSpc>
                <a:spcPct val="115000"/>
              </a:lnSpc>
              <a:spcBef>
                <a:spcPts val="1600"/>
              </a:spcBef>
              <a:spcAft>
                <a:spcPts val="0"/>
              </a:spcAft>
              <a:buClr>
                <a:schemeClr val="dk2"/>
              </a:buClr>
              <a:buSzPts val="1400"/>
              <a:buFont typeface="Lato"/>
              <a:buChar char="●"/>
              <a:defRPr sz="1867" b="0" i="0" u="none" strike="noStrike" cap="none">
                <a:solidFill>
                  <a:schemeClr val="dk2"/>
                </a:solidFill>
                <a:latin typeface="Lato"/>
                <a:ea typeface="Lato"/>
                <a:cs typeface="Lato"/>
                <a:sym typeface="Lato"/>
              </a:defRPr>
            </a:lvl4pPr>
            <a:lvl5pPr marL="2286000" marR="0" lvl="4" indent="-317500" algn="l" rtl="0">
              <a:lnSpc>
                <a:spcPct val="115000"/>
              </a:lnSpc>
              <a:spcBef>
                <a:spcPts val="1600"/>
              </a:spcBef>
              <a:spcAft>
                <a:spcPts val="0"/>
              </a:spcAft>
              <a:buClr>
                <a:schemeClr val="dk2"/>
              </a:buClr>
              <a:buSzPts val="1400"/>
              <a:buFont typeface="Lato"/>
              <a:buChar char="○"/>
              <a:defRPr sz="1867" b="0" i="0" u="none" strike="noStrike" cap="none">
                <a:solidFill>
                  <a:schemeClr val="dk2"/>
                </a:solidFill>
                <a:latin typeface="Lato"/>
                <a:ea typeface="Lato"/>
                <a:cs typeface="Lato"/>
                <a:sym typeface="Lato"/>
              </a:defRPr>
            </a:lvl5pPr>
            <a:lvl6pPr marL="2743200" marR="0" lvl="5" indent="-317500" algn="l" rtl="0">
              <a:lnSpc>
                <a:spcPct val="115000"/>
              </a:lnSpc>
              <a:spcBef>
                <a:spcPts val="1600"/>
              </a:spcBef>
              <a:spcAft>
                <a:spcPts val="0"/>
              </a:spcAft>
              <a:buClr>
                <a:schemeClr val="dk2"/>
              </a:buClr>
              <a:buSzPts val="1400"/>
              <a:buFont typeface="Lato"/>
              <a:buChar char="■"/>
              <a:defRPr sz="1867" b="0" i="0" u="none" strike="noStrike" cap="none">
                <a:solidFill>
                  <a:schemeClr val="dk2"/>
                </a:solidFill>
                <a:latin typeface="Lato"/>
                <a:ea typeface="Lato"/>
                <a:cs typeface="Lato"/>
                <a:sym typeface="Lato"/>
              </a:defRPr>
            </a:lvl6pPr>
            <a:lvl7pPr marL="3200400" marR="0" lvl="6" indent="-317500" algn="l" rtl="0">
              <a:lnSpc>
                <a:spcPct val="115000"/>
              </a:lnSpc>
              <a:spcBef>
                <a:spcPts val="1600"/>
              </a:spcBef>
              <a:spcAft>
                <a:spcPts val="0"/>
              </a:spcAft>
              <a:buClr>
                <a:schemeClr val="dk2"/>
              </a:buClr>
              <a:buSzPts val="1400"/>
              <a:buFont typeface="Lato"/>
              <a:buChar char="●"/>
              <a:defRPr sz="1867" b="0" i="0" u="none" strike="noStrike" cap="none">
                <a:solidFill>
                  <a:schemeClr val="dk2"/>
                </a:solidFill>
                <a:latin typeface="Lato"/>
                <a:ea typeface="Lato"/>
                <a:cs typeface="Lato"/>
                <a:sym typeface="Lato"/>
              </a:defRPr>
            </a:lvl7pPr>
            <a:lvl8pPr marL="3657600" marR="0" lvl="7" indent="-317500" algn="l" rtl="0">
              <a:lnSpc>
                <a:spcPct val="115000"/>
              </a:lnSpc>
              <a:spcBef>
                <a:spcPts val="1600"/>
              </a:spcBef>
              <a:spcAft>
                <a:spcPts val="0"/>
              </a:spcAft>
              <a:buClr>
                <a:schemeClr val="dk2"/>
              </a:buClr>
              <a:buSzPts val="1400"/>
              <a:buFont typeface="Lato"/>
              <a:buChar char="○"/>
              <a:defRPr sz="1867" b="0" i="0" u="none" strike="noStrike" cap="none">
                <a:solidFill>
                  <a:schemeClr val="dk2"/>
                </a:solidFill>
                <a:latin typeface="Lato"/>
                <a:ea typeface="Lato"/>
                <a:cs typeface="Lato"/>
                <a:sym typeface="Lato"/>
              </a:defRPr>
            </a:lvl8pPr>
            <a:lvl9pPr marL="4114800" marR="0" lvl="8" indent="-317500" algn="l" rtl="0">
              <a:lnSpc>
                <a:spcPct val="115000"/>
              </a:lnSpc>
              <a:spcBef>
                <a:spcPts val="1600"/>
              </a:spcBef>
              <a:spcAft>
                <a:spcPts val="1600"/>
              </a:spcAft>
              <a:buClr>
                <a:schemeClr val="dk2"/>
              </a:buClr>
              <a:buSzPts val="1400"/>
              <a:buFont typeface="Lato"/>
              <a:buChar char="■"/>
              <a:defRPr sz="1867" b="0" i="0" u="none" strike="noStrike" cap="none">
                <a:solidFill>
                  <a:schemeClr val="dk2"/>
                </a:solidFill>
                <a:latin typeface="Lato"/>
                <a:ea typeface="Lato"/>
                <a:cs typeface="Lato"/>
                <a:sym typeface="Lato"/>
              </a:defRPr>
            </a:lvl9pPr>
          </a:lstStyle>
          <a:p>
            <a:endParaRPr/>
          </a:p>
        </p:txBody>
      </p:sp>
      <p:sp>
        <p:nvSpPr>
          <p:cNvPr id="8" name="Google Shape;8;p42"/>
          <p:cNvSpPr txBox="1">
            <a:spLocks noGrp="1"/>
          </p:cNvSpPr>
          <p:nvPr>
            <p:ph type="sldNum" idx="12"/>
          </p:nvPr>
        </p:nvSpPr>
        <p:spPr>
          <a:xfrm>
            <a:off x="11330665" y="6251679"/>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333"/>
              <a:buFont typeface="Arial"/>
              <a:buNone/>
              <a:defRPr sz="1333" b="0" i="0" u="none" strike="noStrike" cap="none">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p:nvPr/>
        </p:nvSpPr>
        <p:spPr>
          <a:xfrm>
            <a:off x="1524000" y="2133947"/>
            <a:ext cx="9144000" cy="1754286"/>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chemeClr val="dk1"/>
              </a:buClr>
              <a:buSzPts val="6000"/>
              <a:buFont typeface="Calibri"/>
              <a:buNone/>
            </a:pPr>
            <a:r>
              <a:rPr lang="en-US" sz="6000" b="1" i="0" u="none" strike="noStrike" cap="none">
                <a:solidFill>
                  <a:schemeClr val="accent1"/>
                </a:solidFill>
                <a:latin typeface="Lato"/>
                <a:ea typeface="Lato"/>
                <a:cs typeface="Lato"/>
                <a:sym typeface="Lato"/>
              </a:rPr>
              <a:t>Problem Solving using Advance SQL</a:t>
            </a:r>
            <a:endParaRPr sz="6000" b="1" i="0" u="none" strike="noStrike" cap="none">
              <a:solidFill>
                <a:schemeClr val="accent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grpSp>
        <p:nvGrpSpPr>
          <p:cNvPr id="77" name="Google Shape;77;p25"/>
          <p:cNvGrpSpPr/>
          <p:nvPr/>
        </p:nvGrpSpPr>
        <p:grpSpPr>
          <a:xfrm>
            <a:off x="2640563" y="2399540"/>
            <a:ext cx="6910875" cy="1134002"/>
            <a:chOff x="6389225" y="1006997"/>
            <a:chExt cx="4726281" cy="775533"/>
          </a:xfrm>
        </p:grpSpPr>
        <p:sp>
          <p:nvSpPr>
            <p:cNvPr id="78" name="Google Shape;78;p25"/>
            <p:cNvSpPr/>
            <p:nvPr/>
          </p:nvSpPr>
          <p:spPr>
            <a:xfrm>
              <a:off x="6389225" y="1006998"/>
              <a:ext cx="660817" cy="775532"/>
            </a:xfrm>
            <a:custGeom>
              <a:avLst/>
              <a:gdLst/>
              <a:ahLst/>
              <a:cxnLst/>
              <a:rect l="l" t="t" r="r" b="b"/>
              <a:pathLst>
                <a:path w="4726281" h="782577" extrusionOk="0">
                  <a:moveTo>
                    <a:pt x="0" y="65817"/>
                  </a:moveTo>
                  <a:cubicBezTo>
                    <a:pt x="0" y="33854"/>
                    <a:pt x="212270" y="3057"/>
                    <a:pt x="244233" y="3057"/>
                  </a:cubicBezTo>
                  <a:lnTo>
                    <a:pt x="4726281" y="0"/>
                  </a:lnTo>
                  <a:cubicBezTo>
                    <a:pt x="4725176" y="250592"/>
                    <a:pt x="4724070" y="531329"/>
                    <a:pt x="4722965" y="781921"/>
                  </a:cubicBezTo>
                  <a:lnTo>
                    <a:pt x="0" y="782577"/>
                  </a:lnTo>
                  <a:lnTo>
                    <a:pt x="0" y="65817"/>
                  </a:lnTo>
                  <a:close/>
                </a:path>
              </a:pathLst>
            </a:custGeom>
            <a:solidFill>
              <a:srgbClr val="4890E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 name="Google Shape;79;p25"/>
            <p:cNvSpPr/>
            <p:nvPr/>
          </p:nvSpPr>
          <p:spPr>
            <a:xfrm>
              <a:off x="6389225" y="1006997"/>
              <a:ext cx="4726281" cy="774635"/>
            </a:xfrm>
            <a:custGeom>
              <a:avLst/>
              <a:gdLst/>
              <a:ahLst/>
              <a:cxnLst/>
              <a:rect l="l" t="t" r="r" b="b"/>
              <a:pathLst>
                <a:path w="4726281" h="774635" extrusionOk="0">
                  <a:moveTo>
                    <a:pt x="0" y="57875"/>
                  </a:moveTo>
                  <a:cubicBezTo>
                    <a:pt x="0" y="25912"/>
                    <a:pt x="25912" y="0"/>
                    <a:pt x="57875" y="0"/>
                  </a:cubicBezTo>
                  <a:lnTo>
                    <a:pt x="4726281" y="12155"/>
                  </a:lnTo>
                  <a:lnTo>
                    <a:pt x="4722471" y="706055"/>
                  </a:lnTo>
                  <a:cubicBezTo>
                    <a:pt x="4722471" y="738018"/>
                    <a:pt x="4696559" y="763930"/>
                    <a:pt x="4664596" y="763930"/>
                  </a:cubicBezTo>
                  <a:lnTo>
                    <a:pt x="0" y="774635"/>
                  </a:lnTo>
                  <a:lnTo>
                    <a:pt x="0" y="57875"/>
                  </a:lnTo>
                  <a:close/>
                </a:path>
              </a:pathLst>
            </a:custGeom>
            <a:noFill/>
            <a:ln w="15875" cap="flat" cmpd="sng">
              <a:solidFill>
                <a:srgbClr val="AEABA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 name="Google Shape;80;p25"/>
            <p:cNvSpPr txBox="1"/>
            <p:nvPr/>
          </p:nvSpPr>
          <p:spPr>
            <a:xfrm>
              <a:off x="6399275" y="1219373"/>
              <a:ext cx="660817" cy="357825"/>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FFFFFF"/>
                </a:buClr>
                <a:buSzPts val="2800"/>
                <a:buFont typeface="Arial"/>
                <a:buNone/>
              </a:pPr>
              <a:r>
                <a:rPr lang="en-US" sz="2800" b="1" i="0" u="none" strike="noStrike" cap="none">
                  <a:solidFill>
                    <a:srgbClr val="FFFFFF"/>
                  </a:solidFill>
                  <a:latin typeface="Lato"/>
                  <a:ea typeface="Lato"/>
                  <a:cs typeface="Lato"/>
                  <a:sym typeface="Lato"/>
                </a:rPr>
                <a:t>02</a:t>
              </a:r>
              <a:endParaRPr sz="2800" b="1" i="0" u="none" strike="noStrike" cap="none">
                <a:solidFill>
                  <a:srgbClr val="FFFFFF"/>
                </a:solidFill>
                <a:latin typeface="Lato"/>
                <a:ea typeface="Lato"/>
                <a:cs typeface="Lato"/>
                <a:sym typeface="Lato"/>
              </a:endParaRPr>
            </a:p>
          </p:txBody>
        </p:sp>
        <p:sp>
          <p:nvSpPr>
            <p:cNvPr id="81" name="Google Shape;81;p25"/>
            <p:cNvSpPr txBox="1"/>
            <p:nvPr/>
          </p:nvSpPr>
          <p:spPr>
            <a:xfrm>
              <a:off x="7100477" y="1160981"/>
              <a:ext cx="3910423" cy="466667"/>
            </a:xfrm>
            <a:prstGeom prst="rect">
              <a:avLst/>
            </a:prstGeom>
            <a:noFill/>
            <a:ln>
              <a:noFill/>
            </a:ln>
          </p:spPr>
          <p:txBody>
            <a:bodyPr spcFirstLastPara="1" wrap="square" lIns="91425" tIns="45700" rIns="91425" bIns="45700" anchor="ctr" anchorCtr="0">
              <a:noAutofit/>
            </a:bodyPr>
            <a:lstStyle/>
            <a:p>
              <a:pPr marL="0" marR="0" lvl="0" indent="0" algn="l" rtl="0">
                <a:lnSpc>
                  <a:spcPct val="107000"/>
                </a:lnSpc>
                <a:spcBef>
                  <a:spcPts val="0"/>
                </a:spcBef>
                <a:spcAft>
                  <a:spcPts val="0"/>
                </a:spcAft>
                <a:buClr>
                  <a:schemeClr val="dk2"/>
                </a:buClr>
                <a:buSzPts val="2000"/>
                <a:buFont typeface="Arial"/>
                <a:buNone/>
              </a:pPr>
              <a:r>
                <a:rPr lang="en-US" sz="2000" b="1" i="0" u="none" strike="noStrike" cap="none">
                  <a:solidFill>
                    <a:schemeClr val="dk2"/>
                  </a:solidFill>
                  <a:latin typeface="Lato"/>
                  <a:ea typeface="Lato"/>
                  <a:cs typeface="Lato"/>
                  <a:sym typeface="Lato"/>
                </a:rPr>
                <a:t>Dataset 2: </a:t>
              </a:r>
              <a:r>
                <a:rPr lang="en-US" sz="2000" b="1" i="0" u="none" strike="noStrike" cap="none">
                  <a:solidFill>
                    <a:srgbClr val="3F3F3F"/>
                  </a:solidFill>
                  <a:latin typeface="Lato"/>
                  <a:ea typeface="Lato"/>
                  <a:cs typeface="Lato"/>
                  <a:sym typeface="Lato"/>
                </a:rPr>
                <a:t>Commodities prices in India</a:t>
              </a:r>
              <a:endParaRPr sz="1400" b="0" i="0" u="none" strike="noStrike" cap="none">
                <a:solidFill>
                  <a:srgbClr val="000000"/>
                </a:solidFill>
                <a:latin typeface="Arial"/>
                <a:ea typeface="Arial"/>
                <a:cs typeface="Arial"/>
                <a:sym typeface="Arial"/>
              </a:endParaRPr>
            </a:p>
          </p:txBody>
        </p:sp>
      </p:grpSp>
      <p:grpSp>
        <p:nvGrpSpPr>
          <p:cNvPr id="82" name="Google Shape;82;p25"/>
          <p:cNvGrpSpPr/>
          <p:nvPr/>
        </p:nvGrpSpPr>
        <p:grpSpPr>
          <a:xfrm>
            <a:off x="2640563" y="1092723"/>
            <a:ext cx="6910875" cy="1134000"/>
            <a:chOff x="6389225" y="1006997"/>
            <a:chExt cx="4726281" cy="775531"/>
          </a:xfrm>
        </p:grpSpPr>
        <p:sp>
          <p:nvSpPr>
            <p:cNvPr id="83" name="Google Shape;83;p25"/>
            <p:cNvSpPr/>
            <p:nvPr/>
          </p:nvSpPr>
          <p:spPr>
            <a:xfrm>
              <a:off x="6389225" y="1006997"/>
              <a:ext cx="660817" cy="775531"/>
            </a:xfrm>
            <a:custGeom>
              <a:avLst/>
              <a:gdLst/>
              <a:ahLst/>
              <a:cxnLst/>
              <a:rect l="l" t="t" r="r" b="b"/>
              <a:pathLst>
                <a:path w="4726281" h="782577" extrusionOk="0">
                  <a:moveTo>
                    <a:pt x="0" y="65817"/>
                  </a:moveTo>
                  <a:cubicBezTo>
                    <a:pt x="0" y="33854"/>
                    <a:pt x="177331" y="4685"/>
                    <a:pt x="209294" y="4685"/>
                  </a:cubicBezTo>
                  <a:lnTo>
                    <a:pt x="4726281" y="0"/>
                  </a:lnTo>
                  <a:cubicBezTo>
                    <a:pt x="4725176" y="250592"/>
                    <a:pt x="4724070" y="531329"/>
                    <a:pt x="4722965" y="781921"/>
                  </a:cubicBezTo>
                  <a:lnTo>
                    <a:pt x="0" y="782577"/>
                  </a:lnTo>
                  <a:lnTo>
                    <a:pt x="0" y="65817"/>
                  </a:lnTo>
                  <a:close/>
                </a:path>
              </a:pathLst>
            </a:custGeom>
            <a:solidFill>
              <a:srgbClr val="F4AB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 name="Google Shape;84;p25"/>
            <p:cNvSpPr/>
            <p:nvPr/>
          </p:nvSpPr>
          <p:spPr>
            <a:xfrm>
              <a:off x="6389225" y="1006997"/>
              <a:ext cx="4726281" cy="774635"/>
            </a:xfrm>
            <a:custGeom>
              <a:avLst/>
              <a:gdLst/>
              <a:ahLst/>
              <a:cxnLst/>
              <a:rect l="l" t="t" r="r" b="b"/>
              <a:pathLst>
                <a:path w="4726281" h="774635" extrusionOk="0">
                  <a:moveTo>
                    <a:pt x="0" y="57875"/>
                  </a:moveTo>
                  <a:cubicBezTo>
                    <a:pt x="0" y="25912"/>
                    <a:pt x="25912" y="0"/>
                    <a:pt x="57875" y="0"/>
                  </a:cubicBezTo>
                  <a:lnTo>
                    <a:pt x="4726281" y="12155"/>
                  </a:lnTo>
                  <a:lnTo>
                    <a:pt x="4722471" y="706055"/>
                  </a:lnTo>
                  <a:cubicBezTo>
                    <a:pt x="4722471" y="738018"/>
                    <a:pt x="4696559" y="763930"/>
                    <a:pt x="4664596" y="763930"/>
                  </a:cubicBezTo>
                  <a:lnTo>
                    <a:pt x="0" y="774635"/>
                  </a:lnTo>
                  <a:lnTo>
                    <a:pt x="0" y="57875"/>
                  </a:lnTo>
                  <a:close/>
                </a:path>
              </a:pathLst>
            </a:custGeom>
            <a:noFill/>
            <a:ln w="15875" cap="flat" cmpd="sng">
              <a:solidFill>
                <a:srgbClr val="AEABA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 name="Google Shape;85;p25"/>
            <p:cNvSpPr txBox="1"/>
            <p:nvPr/>
          </p:nvSpPr>
          <p:spPr>
            <a:xfrm>
              <a:off x="6399275" y="1219373"/>
              <a:ext cx="660817" cy="357825"/>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FFFFFF"/>
                </a:buClr>
                <a:buSzPts val="2800"/>
                <a:buFont typeface="Arial"/>
                <a:buNone/>
              </a:pPr>
              <a:r>
                <a:rPr lang="en-US" sz="2800" b="1" i="0" u="none" strike="noStrike" cap="none">
                  <a:solidFill>
                    <a:srgbClr val="FFFFFF"/>
                  </a:solidFill>
                  <a:latin typeface="Lato"/>
                  <a:ea typeface="Lato"/>
                  <a:cs typeface="Lato"/>
                  <a:sym typeface="Lato"/>
                </a:rPr>
                <a:t>01</a:t>
              </a:r>
              <a:endParaRPr sz="2800" b="1" i="0" u="none" strike="noStrike" cap="none">
                <a:solidFill>
                  <a:srgbClr val="FFFFFF"/>
                </a:solidFill>
                <a:latin typeface="Lato"/>
                <a:ea typeface="Lato"/>
                <a:cs typeface="Lato"/>
                <a:sym typeface="Lato"/>
              </a:endParaRPr>
            </a:p>
          </p:txBody>
        </p:sp>
        <p:sp>
          <p:nvSpPr>
            <p:cNvPr id="86" name="Google Shape;86;p25"/>
            <p:cNvSpPr txBox="1"/>
            <p:nvPr/>
          </p:nvSpPr>
          <p:spPr>
            <a:xfrm>
              <a:off x="7100477" y="1160981"/>
              <a:ext cx="3910423" cy="466667"/>
            </a:xfrm>
            <a:prstGeom prst="rect">
              <a:avLst/>
            </a:prstGeom>
            <a:noFill/>
            <a:ln>
              <a:noFill/>
            </a:ln>
          </p:spPr>
          <p:txBody>
            <a:bodyPr spcFirstLastPara="1" wrap="square" lIns="91425" tIns="45700" rIns="91425" bIns="45700" anchor="ctr" anchorCtr="0">
              <a:noAutofit/>
            </a:bodyPr>
            <a:lstStyle/>
            <a:p>
              <a:pPr marL="0" marR="0" lvl="0" indent="0" algn="l" rtl="0">
                <a:lnSpc>
                  <a:spcPct val="107000"/>
                </a:lnSpc>
                <a:spcBef>
                  <a:spcPts val="0"/>
                </a:spcBef>
                <a:spcAft>
                  <a:spcPts val="0"/>
                </a:spcAft>
                <a:buClr>
                  <a:schemeClr val="dk2"/>
                </a:buClr>
                <a:buSzPts val="2000"/>
                <a:buFont typeface="Arial"/>
                <a:buNone/>
              </a:pPr>
              <a:r>
                <a:rPr lang="en-US" sz="2000" b="1" i="0" u="none" strike="noStrike" cap="none">
                  <a:solidFill>
                    <a:schemeClr val="dk2"/>
                  </a:solidFill>
                  <a:latin typeface="Lato"/>
                  <a:ea typeface="Lato"/>
                  <a:cs typeface="Lato"/>
                  <a:sym typeface="Lato"/>
                </a:rPr>
                <a:t>Dataset 1: </a:t>
              </a:r>
              <a:r>
                <a:rPr lang="en-US" sz="2000" b="1" i="0" u="none" strike="noStrike" cap="none">
                  <a:solidFill>
                    <a:srgbClr val="3F3F3F"/>
                  </a:solidFill>
                  <a:latin typeface="Lato"/>
                  <a:ea typeface="Lato"/>
                  <a:cs typeface="Lato"/>
                  <a:sym typeface="Lato"/>
                </a:rPr>
                <a:t>Supply Chain Data</a:t>
              </a:r>
              <a:endParaRPr sz="1400" b="0" i="0" u="none" strike="noStrike" cap="none">
                <a:solidFill>
                  <a:srgbClr val="000000"/>
                </a:solidFill>
                <a:latin typeface="Arial"/>
                <a:ea typeface="Arial"/>
                <a:cs typeface="Arial"/>
                <a:sym typeface="Arial"/>
              </a:endParaRPr>
            </a:p>
          </p:txBody>
        </p:sp>
      </p:grpSp>
      <p:sp>
        <p:nvSpPr>
          <p:cNvPr id="87" name="Google Shape;87;p25"/>
          <p:cNvSpPr txBox="1"/>
          <p:nvPr/>
        </p:nvSpPr>
        <p:spPr>
          <a:xfrm>
            <a:off x="2314707" y="201168"/>
            <a:ext cx="7562586" cy="52387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ato"/>
                <a:ea typeface="Lato"/>
                <a:cs typeface="Lato"/>
                <a:sym typeface="Lato"/>
              </a:rPr>
              <a:t>DATASETS</a:t>
            </a:r>
            <a:endParaRPr sz="18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fade">
                                      <p:cBhvr>
                                        <p:cTn id="7" dur="500"/>
                                        <p:tgtEl>
                                          <p:spTgt spid="8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82"/>
                                        </p:tgtEl>
                                        <p:attrNameLst>
                                          <p:attrName>style.visibility</p:attrName>
                                        </p:attrNameLst>
                                      </p:cBhvr>
                                      <p:to>
                                        <p:strVal val="visible"/>
                                      </p:to>
                                    </p:set>
                                    <p:anim calcmode="lin" valueType="num">
                                      <p:cBhvr additive="base">
                                        <p:cTn id="12" dur="500"/>
                                        <p:tgtEl>
                                          <p:spTgt spid="82"/>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77"/>
                                        </p:tgtEl>
                                        <p:attrNameLst>
                                          <p:attrName>style.visibility</p:attrName>
                                        </p:attrNameLst>
                                      </p:cBhvr>
                                      <p:to>
                                        <p:strVal val="visible"/>
                                      </p:to>
                                    </p:set>
                                    <p:anim calcmode="lin" valueType="num">
                                      <p:cBhvr additive="base">
                                        <p:cTn id="17" dur="500"/>
                                        <p:tgtEl>
                                          <p:spTgt spid="77"/>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87"/>
                                        </p:tgtEl>
                                      </p:cBhvr>
                                    </p:animEffect>
                                    <p:set>
                                      <p:cBhvr>
                                        <p:cTn id="22" dur="1" fill="hold">
                                          <p:stCondLst>
                                            <p:cond delay="500"/>
                                          </p:stCondLst>
                                        </p:cTn>
                                        <p:tgtEl>
                                          <p:spTgt spid="87"/>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82"/>
                                        </p:tgtEl>
                                      </p:cBhvr>
                                    </p:animEffect>
                                    <p:set>
                                      <p:cBhvr>
                                        <p:cTn id="25" dur="1" fill="hold">
                                          <p:stCondLst>
                                            <p:cond delay="500"/>
                                          </p:stCondLst>
                                        </p:cTn>
                                        <p:tgtEl>
                                          <p:spTgt spid="82"/>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500"/>
                                        <p:tgtEl>
                                          <p:spTgt spid="77"/>
                                        </p:tgtEl>
                                      </p:cBhvr>
                                    </p:animEffect>
                                    <p:set>
                                      <p:cBhvr>
                                        <p:cTn id="28" dur="1" fill="hold">
                                          <p:stCondLst>
                                            <p:cond delay="500"/>
                                          </p:stCondLst>
                                        </p:cTn>
                                        <p:tgtEl>
                                          <p:spTgt spid="7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37"/>
          <p:cNvSpPr/>
          <p:nvPr/>
        </p:nvSpPr>
        <p:spPr>
          <a:xfrm>
            <a:off x="2328474" y="1030685"/>
            <a:ext cx="6852955" cy="938183"/>
          </a:xfrm>
          <a:prstGeom prst="roundRect">
            <a:avLst>
              <a:gd name="adj" fmla="val 50000"/>
            </a:avLst>
          </a:prstGeom>
          <a:solidFill>
            <a:schemeClr val="lt1"/>
          </a:solidFill>
          <a:ln w="28575" cap="flat" cmpd="sng">
            <a:solidFill>
              <a:srgbClr val="FAA7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118" name="Google Shape;118;p37"/>
          <p:cNvSpPr/>
          <p:nvPr/>
        </p:nvSpPr>
        <p:spPr>
          <a:xfrm rot="8152625">
            <a:off x="2196437" y="1019876"/>
            <a:ext cx="961594" cy="961594"/>
          </a:xfrm>
          <a:prstGeom prst="teardrop">
            <a:avLst>
              <a:gd name="adj" fmla="val 100000"/>
            </a:avLst>
          </a:prstGeom>
          <a:solidFill>
            <a:srgbClr val="FAA72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119" name="Google Shape;119;p37"/>
          <p:cNvSpPr txBox="1"/>
          <p:nvPr/>
        </p:nvSpPr>
        <p:spPr>
          <a:xfrm>
            <a:off x="3263715" y="1181761"/>
            <a:ext cx="5729789" cy="6360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200"/>
              </a:spcBef>
              <a:spcAft>
                <a:spcPts val="200"/>
              </a:spcAft>
              <a:buClr>
                <a:srgbClr val="000000"/>
              </a:buClr>
              <a:buSzPts val="1600"/>
              <a:buFont typeface="Arial"/>
              <a:buNone/>
            </a:pPr>
            <a:r>
              <a:rPr lang="en-US" sz="1600" b="0" i="0" u="none" strike="noStrike" cap="none">
                <a:solidFill>
                  <a:srgbClr val="000000"/>
                </a:solidFill>
                <a:latin typeface="Lato"/>
                <a:ea typeface="Lato"/>
                <a:cs typeface="Lato"/>
                <a:sym typeface="Lato"/>
              </a:rPr>
              <a:t>Get the common commodities between the Top 10 costliest commodities of 2019 and 2020.</a:t>
            </a:r>
            <a:endParaRPr sz="1400" b="0" i="0" u="none" strike="noStrike" cap="none">
              <a:solidFill>
                <a:srgbClr val="000000"/>
              </a:solidFill>
              <a:latin typeface="Arial"/>
              <a:ea typeface="Arial"/>
              <a:cs typeface="Arial"/>
              <a:sym typeface="Arial"/>
            </a:endParaRPr>
          </a:p>
        </p:txBody>
      </p:sp>
      <p:sp>
        <p:nvSpPr>
          <p:cNvPr id="120" name="Google Shape;120;p37"/>
          <p:cNvSpPr txBox="1"/>
          <p:nvPr/>
        </p:nvSpPr>
        <p:spPr>
          <a:xfrm>
            <a:off x="2194229" y="1173669"/>
            <a:ext cx="966010" cy="6462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rgbClr val="FFFFFF"/>
                </a:solidFill>
                <a:latin typeface="Lato"/>
                <a:ea typeface="Lato"/>
                <a:cs typeface="Lato"/>
                <a:sym typeface="Lato"/>
              </a:rPr>
              <a:t>1</a:t>
            </a:r>
            <a:endParaRPr sz="3600" b="1" i="0" u="none" strike="noStrike" cap="none">
              <a:solidFill>
                <a:srgbClr val="FFFFFF"/>
              </a:solidFill>
              <a:latin typeface="Lato"/>
              <a:ea typeface="Lato"/>
              <a:cs typeface="Lato"/>
              <a:sym typeface="Lato"/>
            </a:endParaRPr>
          </a:p>
        </p:txBody>
      </p:sp>
      <p:sp>
        <p:nvSpPr>
          <p:cNvPr id="121" name="Google Shape;121;p37"/>
          <p:cNvSpPr txBox="1"/>
          <p:nvPr/>
        </p:nvSpPr>
        <p:spPr>
          <a:xfrm>
            <a:off x="2069441" y="282002"/>
            <a:ext cx="8318845" cy="52387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ato"/>
                <a:ea typeface="Lato"/>
                <a:cs typeface="Lato"/>
                <a:sym typeface="Lato"/>
              </a:rPr>
              <a:t>COMMODITIES’ PRICES QUESTIONS</a:t>
            </a:r>
            <a:endParaRPr sz="1400" b="0" i="0" u="none" strike="noStrike" cap="none">
              <a:solidFill>
                <a:srgbClr val="000000"/>
              </a:solidFill>
              <a:latin typeface="Arial"/>
              <a:ea typeface="Arial"/>
              <a:cs typeface="Arial"/>
              <a:sym typeface="Arial"/>
            </a:endParaRPr>
          </a:p>
        </p:txBody>
      </p:sp>
      <p:sp>
        <p:nvSpPr>
          <p:cNvPr id="122" name="Google Shape;122;p37"/>
          <p:cNvSpPr txBox="1"/>
          <p:nvPr/>
        </p:nvSpPr>
        <p:spPr>
          <a:xfrm>
            <a:off x="1206500" y="2246898"/>
            <a:ext cx="9779000" cy="85933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1" i="0" u="none" strike="noStrike" cap="none">
                <a:solidFill>
                  <a:srgbClr val="000000"/>
                </a:solidFill>
                <a:latin typeface="Lato"/>
                <a:ea typeface="Lato"/>
                <a:cs typeface="Lato"/>
                <a:sym typeface="Lato"/>
              </a:rPr>
              <a:t>Input:  price_details: </a:t>
            </a:r>
            <a:r>
              <a:rPr lang="en-US" sz="1600" b="0" i="0" u="none" strike="noStrike" cap="none">
                <a:solidFill>
                  <a:srgbClr val="000000"/>
                </a:solidFill>
                <a:latin typeface="Lato"/>
                <a:ea typeface="Lato"/>
                <a:cs typeface="Lato"/>
                <a:sym typeface="Lato"/>
              </a:rPr>
              <a:t>Id, Commodity_Id, Date, Retail_Price </a:t>
            </a:r>
            <a:r>
              <a:rPr lang="en-US" sz="1600" b="1" i="0" u="none" strike="noStrike" cap="none">
                <a:solidFill>
                  <a:srgbClr val="000000"/>
                </a:solidFill>
                <a:latin typeface="Lato"/>
                <a:ea typeface="Lato"/>
                <a:cs typeface="Lato"/>
                <a:sym typeface="Lato"/>
              </a:rPr>
              <a:t>commodities_info: </a:t>
            </a:r>
            <a:r>
              <a:rPr lang="en-US" sz="1600" b="0" i="0" u="none" strike="noStrike" cap="none">
                <a:solidFill>
                  <a:srgbClr val="000000"/>
                </a:solidFill>
                <a:latin typeface="Lato"/>
                <a:ea typeface="Lato"/>
                <a:cs typeface="Lato"/>
                <a:sym typeface="Lato"/>
              </a:rPr>
              <a:t>Id, Commodity</a:t>
            </a:r>
            <a:endParaRPr sz="1600" b="1" i="0" u="none" strike="noStrike" cap="none">
              <a:solidFill>
                <a:srgbClr val="000000"/>
              </a:solidFill>
              <a:latin typeface="Lato"/>
              <a:ea typeface="Lato"/>
              <a:cs typeface="Lato"/>
              <a:sym typeface="Lato"/>
            </a:endParaRPr>
          </a:p>
          <a:p>
            <a:pPr marL="0" marR="0" lvl="0" indent="0" algn="l" rtl="0">
              <a:lnSpc>
                <a:spcPct val="150000"/>
              </a:lnSpc>
              <a:spcBef>
                <a:spcPts val="600"/>
              </a:spcBef>
              <a:spcAft>
                <a:spcPts val="0"/>
              </a:spcAft>
              <a:buClr>
                <a:srgbClr val="000000"/>
              </a:buClr>
              <a:buSzPts val="1600"/>
              <a:buFont typeface="Arial"/>
              <a:buNone/>
            </a:pPr>
            <a:r>
              <a:rPr lang="en-US" sz="1600" b="1" i="0" u="none" strike="noStrike" cap="none">
                <a:solidFill>
                  <a:srgbClr val="000000"/>
                </a:solidFill>
                <a:latin typeface="Lato"/>
                <a:ea typeface="Lato"/>
                <a:cs typeface="Lato"/>
                <a:sym typeface="Lato"/>
              </a:rPr>
              <a:t>Expected Output: </a:t>
            </a:r>
            <a:r>
              <a:rPr lang="en-US" sz="1600" b="0" i="0" u="none" strike="noStrike" cap="none">
                <a:solidFill>
                  <a:srgbClr val="000000"/>
                </a:solidFill>
                <a:latin typeface="Lato"/>
                <a:ea typeface="Lato"/>
                <a:cs typeface="Lato"/>
                <a:sym typeface="Lato"/>
              </a:rPr>
              <a:t>Commodity;  Take distinct to remove duplicates</a:t>
            </a:r>
            <a:endParaRPr sz="1400" b="0" i="0" u="none" strike="noStrike" cap="none">
              <a:solidFill>
                <a:srgbClr val="000000"/>
              </a:solidFill>
              <a:latin typeface="Arial"/>
              <a:ea typeface="Arial"/>
              <a:cs typeface="Arial"/>
              <a:sym typeface="Arial"/>
            </a:endParaRPr>
          </a:p>
        </p:txBody>
      </p:sp>
      <p:grpSp>
        <p:nvGrpSpPr>
          <p:cNvPr id="123" name="Google Shape;123;p37"/>
          <p:cNvGrpSpPr/>
          <p:nvPr/>
        </p:nvGrpSpPr>
        <p:grpSpPr>
          <a:xfrm>
            <a:off x="1209516" y="3259239"/>
            <a:ext cx="9772966" cy="3394288"/>
            <a:chOff x="1209516" y="3259239"/>
            <a:chExt cx="9772966" cy="3394288"/>
          </a:xfrm>
        </p:grpSpPr>
        <p:sp>
          <p:nvSpPr>
            <p:cNvPr id="124" name="Google Shape;124;p37"/>
            <p:cNvSpPr/>
            <p:nvPr/>
          </p:nvSpPr>
          <p:spPr>
            <a:xfrm>
              <a:off x="1209516" y="6135454"/>
              <a:ext cx="9772966" cy="518073"/>
            </a:xfrm>
            <a:custGeom>
              <a:avLst/>
              <a:gdLst/>
              <a:ahLst/>
              <a:cxnLst/>
              <a:rect l="l" t="t" r="r" b="b"/>
              <a:pathLst>
                <a:path w="9772966" h="518073" extrusionOk="0">
                  <a:moveTo>
                    <a:pt x="0" y="51807"/>
                  </a:moveTo>
                  <a:cubicBezTo>
                    <a:pt x="0" y="23195"/>
                    <a:pt x="23195" y="0"/>
                    <a:pt x="51807" y="0"/>
                  </a:cubicBezTo>
                  <a:lnTo>
                    <a:pt x="9721159" y="0"/>
                  </a:lnTo>
                  <a:cubicBezTo>
                    <a:pt x="9749771" y="0"/>
                    <a:pt x="9772966" y="23195"/>
                    <a:pt x="9772966" y="51807"/>
                  </a:cubicBezTo>
                  <a:lnTo>
                    <a:pt x="9772966" y="466266"/>
                  </a:lnTo>
                  <a:cubicBezTo>
                    <a:pt x="9772966" y="494878"/>
                    <a:pt x="9749771" y="518073"/>
                    <a:pt x="9721159" y="518073"/>
                  </a:cubicBezTo>
                  <a:lnTo>
                    <a:pt x="51807" y="518073"/>
                  </a:lnTo>
                  <a:cubicBezTo>
                    <a:pt x="23195" y="518073"/>
                    <a:pt x="0" y="494878"/>
                    <a:pt x="0" y="466266"/>
                  </a:cubicBezTo>
                  <a:lnTo>
                    <a:pt x="0" y="51807"/>
                  </a:lnTo>
                  <a:close/>
                </a:path>
              </a:pathLst>
            </a:custGeom>
            <a:solidFill>
              <a:srgbClr val="F4AB34"/>
            </a:solidFill>
            <a:ln w="25400" cap="flat" cmpd="sng">
              <a:solidFill>
                <a:schemeClr val="lt1"/>
              </a:solidFill>
              <a:prstDash val="solid"/>
              <a:round/>
              <a:headEnd type="none" w="sm" len="sm"/>
              <a:tailEnd type="none" w="sm" len="sm"/>
            </a:ln>
          </p:spPr>
          <p:txBody>
            <a:bodyPr spcFirstLastPara="1" wrap="square" lIns="83750" tIns="83750" rIns="83750" bIns="83750" anchor="ctr" anchorCtr="0">
              <a:noAutofit/>
            </a:bodyPr>
            <a:lstStyle/>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Join the 2 datasets to get the final result</a:t>
              </a:r>
              <a:endParaRPr sz="1800" b="0" i="0" u="none" strike="noStrike" cap="none">
                <a:solidFill>
                  <a:schemeClr val="lt1"/>
                </a:solidFill>
                <a:latin typeface="Arial"/>
                <a:ea typeface="Arial"/>
                <a:cs typeface="Arial"/>
                <a:sym typeface="Arial"/>
              </a:endParaRPr>
            </a:p>
          </p:txBody>
        </p:sp>
        <p:sp>
          <p:nvSpPr>
            <p:cNvPr id="125" name="Google Shape;125;p37"/>
            <p:cNvSpPr/>
            <p:nvPr/>
          </p:nvSpPr>
          <p:spPr>
            <a:xfrm>
              <a:off x="1219056" y="5047623"/>
              <a:ext cx="6132872" cy="648000"/>
            </a:xfrm>
            <a:custGeom>
              <a:avLst/>
              <a:gdLst/>
              <a:ahLst/>
              <a:cxnLst/>
              <a:rect l="l" t="t" r="r" b="b"/>
              <a:pathLst>
                <a:path w="6132872" h="825576" extrusionOk="0">
                  <a:moveTo>
                    <a:pt x="0" y="82558"/>
                  </a:moveTo>
                  <a:cubicBezTo>
                    <a:pt x="0" y="36962"/>
                    <a:pt x="36962" y="0"/>
                    <a:pt x="82558" y="0"/>
                  </a:cubicBezTo>
                  <a:lnTo>
                    <a:pt x="6050314" y="0"/>
                  </a:lnTo>
                  <a:cubicBezTo>
                    <a:pt x="6095910" y="0"/>
                    <a:pt x="6132872" y="36962"/>
                    <a:pt x="6132872" y="82558"/>
                  </a:cubicBezTo>
                  <a:lnTo>
                    <a:pt x="6132872" y="743018"/>
                  </a:lnTo>
                  <a:cubicBezTo>
                    <a:pt x="6132872" y="788614"/>
                    <a:pt x="6095910" y="825576"/>
                    <a:pt x="6050314" y="825576"/>
                  </a:cubicBezTo>
                  <a:lnTo>
                    <a:pt x="82558" y="825576"/>
                  </a:lnTo>
                  <a:cubicBezTo>
                    <a:pt x="36962" y="825576"/>
                    <a:pt x="0" y="788614"/>
                    <a:pt x="0" y="743018"/>
                  </a:cubicBezTo>
                  <a:lnTo>
                    <a:pt x="0" y="82558"/>
                  </a:lnTo>
                  <a:close/>
                </a:path>
              </a:pathLst>
            </a:custGeom>
            <a:solidFill>
              <a:srgbClr val="F4AB34"/>
            </a:solidFill>
            <a:ln w="25400" cap="flat" cmpd="sng">
              <a:solidFill>
                <a:schemeClr val="lt1"/>
              </a:solidFill>
              <a:prstDash val="solid"/>
              <a:round/>
              <a:headEnd type="none" w="sm" len="sm"/>
              <a:tailEnd type="none" w="sm" len="sm"/>
            </a:ln>
          </p:spPr>
          <p:txBody>
            <a:bodyPr spcFirstLastPara="1" wrap="square" lIns="92750" tIns="92750" rIns="92750" bIns="92750" anchor="ctr" anchorCtr="0">
              <a:noAutofit/>
            </a:bodyPr>
            <a:lstStyle/>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Perform inner join and remove duplicates to get unique commodity ids from both datasets</a:t>
              </a:r>
              <a:endParaRPr sz="1800" b="0" i="0" u="none" strike="noStrike" cap="none">
                <a:solidFill>
                  <a:schemeClr val="lt1"/>
                </a:solidFill>
                <a:latin typeface="Arial"/>
                <a:ea typeface="Arial"/>
                <a:cs typeface="Arial"/>
                <a:sym typeface="Arial"/>
              </a:endParaRPr>
            </a:p>
          </p:txBody>
        </p:sp>
        <p:sp>
          <p:nvSpPr>
            <p:cNvPr id="126" name="Google Shape;126;p37"/>
            <p:cNvSpPr/>
            <p:nvPr/>
          </p:nvSpPr>
          <p:spPr>
            <a:xfrm>
              <a:off x="1231016" y="4110399"/>
              <a:ext cx="2984595" cy="648000"/>
            </a:xfrm>
            <a:custGeom>
              <a:avLst/>
              <a:gdLst/>
              <a:ahLst/>
              <a:cxnLst/>
              <a:rect l="l" t="t" r="r" b="b"/>
              <a:pathLst>
                <a:path w="2984595" h="825576" extrusionOk="0">
                  <a:moveTo>
                    <a:pt x="0" y="82558"/>
                  </a:moveTo>
                  <a:cubicBezTo>
                    <a:pt x="0" y="36962"/>
                    <a:pt x="36962" y="0"/>
                    <a:pt x="82558" y="0"/>
                  </a:cubicBezTo>
                  <a:lnTo>
                    <a:pt x="2902037" y="0"/>
                  </a:lnTo>
                  <a:cubicBezTo>
                    <a:pt x="2947633" y="0"/>
                    <a:pt x="2984595" y="36962"/>
                    <a:pt x="2984595" y="82558"/>
                  </a:cubicBezTo>
                  <a:lnTo>
                    <a:pt x="2984595" y="743018"/>
                  </a:lnTo>
                  <a:cubicBezTo>
                    <a:pt x="2984595" y="788614"/>
                    <a:pt x="2947633" y="825576"/>
                    <a:pt x="2902037" y="825576"/>
                  </a:cubicBezTo>
                  <a:lnTo>
                    <a:pt x="82558" y="825576"/>
                  </a:lnTo>
                  <a:cubicBezTo>
                    <a:pt x="36962" y="825576"/>
                    <a:pt x="0" y="788614"/>
                    <a:pt x="0" y="743018"/>
                  </a:cubicBezTo>
                  <a:lnTo>
                    <a:pt x="0" y="82558"/>
                  </a:lnTo>
                  <a:close/>
                </a:path>
              </a:pathLst>
            </a:custGeom>
            <a:solidFill>
              <a:srgbClr val="F4AB34"/>
            </a:solidFill>
            <a:ln w="25400" cap="flat" cmpd="sng">
              <a:solidFill>
                <a:schemeClr val="lt1"/>
              </a:solidFill>
              <a:prstDash val="solid"/>
              <a:round/>
              <a:headEnd type="none" w="sm" len="sm"/>
              <a:tailEnd type="none" w="sm" len="sm"/>
            </a:ln>
          </p:spPr>
          <p:txBody>
            <a:bodyPr spcFirstLastPara="1" wrap="square" lIns="92750" tIns="92750" rIns="92750" bIns="92750" anchor="ctr" anchorCtr="0">
              <a:noAutofit/>
            </a:bodyPr>
            <a:lstStyle/>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Get top 10 costliest entries based on price</a:t>
              </a:r>
              <a:endParaRPr sz="1800" b="0" i="0" u="none" strike="noStrike" cap="none">
                <a:solidFill>
                  <a:schemeClr val="lt1"/>
                </a:solidFill>
                <a:latin typeface="Arial"/>
                <a:ea typeface="Arial"/>
                <a:cs typeface="Arial"/>
                <a:sym typeface="Arial"/>
              </a:endParaRPr>
            </a:p>
          </p:txBody>
        </p:sp>
        <p:sp>
          <p:nvSpPr>
            <p:cNvPr id="127" name="Google Shape;127;p37"/>
            <p:cNvSpPr/>
            <p:nvPr/>
          </p:nvSpPr>
          <p:spPr>
            <a:xfrm>
              <a:off x="1231016" y="3259239"/>
              <a:ext cx="2984595" cy="646946"/>
            </a:xfrm>
            <a:custGeom>
              <a:avLst/>
              <a:gdLst/>
              <a:ahLst/>
              <a:cxnLst/>
              <a:rect l="l" t="t" r="r" b="b"/>
              <a:pathLst>
                <a:path w="2984595" h="825576" extrusionOk="0">
                  <a:moveTo>
                    <a:pt x="0" y="82558"/>
                  </a:moveTo>
                  <a:cubicBezTo>
                    <a:pt x="0" y="36962"/>
                    <a:pt x="36962" y="0"/>
                    <a:pt x="82558" y="0"/>
                  </a:cubicBezTo>
                  <a:lnTo>
                    <a:pt x="2902037" y="0"/>
                  </a:lnTo>
                  <a:cubicBezTo>
                    <a:pt x="2947633" y="0"/>
                    <a:pt x="2984595" y="36962"/>
                    <a:pt x="2984595" y="82558"/>
                  </a:cubicBezTo>
                  <a:lnTo>
                    <a:pt x="2984595" y="743018"/>
                  </a:lnTo>
                  <a:cubicBezTo>
                    <a:pt x="2984595" y="788614"/>
                    <a:pt x="2947633" y="825576"/>
                    <a:pt x="2902037" y="825576"/>
                  </a:cubicBezTo>
                  <a:lnTo>
                    <a:pt x="82558" y="825576"/>
                  </a:lnTo>
                  <a:cubicBezTo>
                    <a:pt x="36962" y="825576"/>
                    <a:pt x="0" y="788614"/>
                    <a:pt x="0" y="743018"/>
                  </a:cubicBezTo>
                  <a:lnTo>
                    <a:pt x="0" y="82558"/>
                  </a:lnTo>
                  <a:close/>
                </a:path>
              </a:pathLst>
            </a:custGeom>
            <a:solidFill>
              <a:srgbClr val="F4AB34"/>
            </a:solidFill>
            <a:ln w="25400" cap="flat" cmpd="sng">
              <a:solidFill>
                <a:schemeClr val="lt1"/>
              </a:solidFill>
              <a:prstDash val="solid"/>
              <a:round/>
              <a:headEnd type="none" w="sm" len="sm"/>
              <a:tailEnd type="none" w="sm" len="sm"/>
            </a:ln>
          </p:spPr>
          <p:txBody>
            <a:bodyPr spcFirstLastPara="1" wrap="square" lIns="92750" tIns="92750" rIns="92750" bIns="92750" anchor="ctr" anchorCtr="0">
              <a:noAutofit/>
            </a:bodyPr>
            <a:lstStyle/>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Filter price details for Year(date)=2019</a:t>
              </a:r>
              <a:endParaRPr sz="1800" b="0" i="0" u="none" strike="noStrike" cap="none">
                <a:solidFill>
                  <a:schemeClr val="lt1"/>
                </a:solidFill>
                <a:latin typeface="Arial"/>
                <a:ea typeface="Arial"/>
                <a:cs typeface="Arial"/>
                <a:sym typeface="Arial"/>
              </a:endParaRPr>
            </a:p>
          </p:txBody>
        </p:sp>
        <p:sp>
          <p:nvSpPr>
            <p:cNvPr id="128" name="Google Shape;128;p37"/>
            <p:cNvSpPr/>
            <p:nvPr/>
          </p:nvSpPr>
          <p:spPr>
            <a:xfrm>
              <a:off x="4355373" y="4110399"/>
              <a:ext cx="2984595" cy="648000"/>
            </a:xfrm>
            <a:custGeom>
              <a:avLst/>
              <a:gdLst/>
              <a:ahLst/>
              <a:cxnLst/>
              <a:rect l="l" t="t" r="r" b="b"/>
              <a:pathLst>
                <a:path w="2984595" h="825576" extrusionOk="0">
                  <a:moveTo>
                    <a:pt x="0" y="82558"/>
                  </a:moveTo>
                  <a:cubicBezTo>
                    <a:pt x="0" y="36962"/>
                    <a:pt x="36962" y="0"/>
                    <a:pt x="82558" y="0"/>
                  </a:cubicBezTo>
                  <a:lnTo>
                    <a:pt x="2902037" y="0"/>
                  </a:lnTo>
                  <a:cubicBezTo>
                    <a:pt x="2947633" y="0"/>
                    <a:pt x="2984595" y="36962"/>
                    <a:pt x="2984595" y="82558"/>
                  </a:cubicBezTo>
                  <a:lnTo>
                    <a:pt x="2984595" y="743018"/>
                  </a:lnTo>
                  <a:cubicBezTo>
                    <a:pt x="2984595" y="788614"/>
                    <a:pt x="2947633" y="825576"/>
                    <a:pt x="2902037" y="825576"/>
                  </a:cubicBezTo>
                  <a:lnTo>
                    <a:pt x="82558" y="825576"/>
                  </a:lnTo>
                  <a:cubicBezTo>
                    <a:pt x="36962" y="825576"/>
                    <a:pt x="0" y="788614"/>
                    <a:pt x="0" y="743018"/>
                  </a:cubicBezTo>
                  <a:lnTo>
                    <a:pt x="0" y="82558"/>
                  </a:lnTo>
                  <a:close/>
                </a:path>
              </a:pathLst>
            </a:custGeom>
            <a:solidFill>
              <a:srgbClr val="F4AB34"/>
            </a:solidFill>
            <a:ln w="25400" cap="flat" cmpd="sng">
              <a:solidFill>
                <a:schemeClr val="lt1"/>
              </a:solidFill>
              <a:prstDash val="solid"/>
              <a:round/>
              <a:headEnd type="none" w="sm" len="sm"/>
              <a:tailEnd type="none" w="sm" len="sm"/>
            </a:ln>
          </p:spPr>
          <p:txBody>
            <a:bodyPr spcFirstLastPara="1" wrap="square" lIns="92750" tIns="92750" rIns="92750" bIns="92750" anchor="ctr" anchorCtr="0">
              <a:noAutofit/>
            </a:bodyPr>
            <a:lstStyle/>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Get top 10 costliest entries based on price</a:t>
              </a:r>
              <a:endParaRPr sz="1800" b="0" i="0" u="none" strike="noStrike" cap="none">
                <a:solidFill>
                  <a:schemeClr val="lt1"/>
                </a:solidFill>
                <a:latin typeface="Arial"/>
                <a:ea typeface="Arial"/>
                <a:cs typeface="Arial"/>
                <a:sym typeface="Arial"/>
              </a:endParaRPr>
            </a:p>
          </p:txBody>
        </p:sp>
        <p:sp>
          <p:nvSpPr>
            <p:cNvPr id="129" name="Google Shape;129;p37"/>
            <p:cNvSpPr/>
            <p:nvPr/>
          </p:nvSpPr>
          <p:spPr>
            <a:xfrm>
              <a:off x="4355373" y="3259239"/>
              <a:ext cx="2984595" cy="646946"/>
            </a:xfrm>
            <a:custGeom>
              <a:avLst/>
              <a:gdLst/>
              <a:ahLst/>
              <a:cxnLst/>
              <a:rect l="l" t="t" r="r" b="b"/>
              <a:pathLst>
                <a:path w="2984595" h="825576" extrusionOk="0">
                  <a:moveTo>
                    <a:pt x="0" y="82558"/>
                  </a:moveTo>
                  <a:cubicBezTo>
                    <a:pt x="0" y="36962"/>
                    <a:pt x="36962" y="0"/>
                    <a:pt x="82558" y="0"/>
                  </a:cubicBezTo>
                  <a:lnTo>
                    <a:pt x="2902037" y="0"/>
                  </a:lnTo>
                  <a:cubicBezTo>
                    <a:pt x="2947633" y="0"/>
                    <a:pt x="2984595" y="36962"/>
                    <a:pt x="2984595" y="82558"/>
                  </a:cubicBezTo>
                  <a:lnTo>
                    <a:pt x="2984595" y="743018"/>
                  </a:lnTo>
                  <a:cubicBezTo>
                    <a:pt x="2984595" y="788614"/>
                    <a:pt x="2947633" y="825576"/>
                    <a:pt x="2902037" y="825576"/>
                  </a:cubicBezTo>
                  <a:lnTo>
                    <a:pt x="82558" y="825576"/>
                  </a:lnTo>
                  <a:cubicBezTo>
                    <a:pt x="36962" y="825576"/>
                    <a:pt x="0" y="788614"/>
                    <a:pt x="0" y="743018"/>
                  </a:cubicBezTo>
                  <a:lnTo>
                    <a:pt x="0" y="82558"/>
                  </a:lnTo>
                  <a:close/>
                </a:path>
              </a:pathLst>
            </a:custGeom>
            <a:solidFill>
              <a:srgbClr val="F4AB34"/>
            </a:solidFill>
            <a:ln w="25400" cap="flat" cmpd="sng">
              <a:solidFill>
                <a:schemeClr val="lt1"/>
              </a:solidFill>
              <a:prstDash val="solid"/>
              <a:round/>
              <a:headEnd type="none" w="sm" len="sm"/>
              <a:tailEnd type="none" w="sm" len="sm"/>
            </a:ln>
          </p:spPr>
          <p:txBody>
            <a:bodyPr spcFirstLastPara="1" wrap="square" lIns="92750" tIns="92750" rIns="92750" bIns="92750" anchor="ctr" anchorCtr="0">
              <a:noAutofit/>
            </a:bodyPr>
            <a:lstStyle/>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Filter price details for Year(date)=2020</a:t>
              </a:r>
              <a:endParaRPr sz="1800" b="0" i="0" u="none" strike="noStrike" cap="none">
                <a:solidFill>
                  <a:schemeClr val="lt1"/>
                </a:solidFill>
                <a:latin typeface="Arial"/>
                <a:ea typeface="Arial"/>
                <a:cs typeface="Arial"/>
                <a:sym typeface="Arial"/>
              </a:endParaRPr>
            </a:p>
          </p:txBody>
        </p:sp>
        <p:sp>
          <p:nvSpPr>
            <p:cNvPr id="130" name="Google Shape;130;p37"/>
            <p:cNvSpPr/>
            <p:nvPr/>
          </p:nvSpPr>
          <p:spPr>
            <a:xfrm>
              <a:off x="7632271" y="5047623"/>
              <a:ext cx="3340672" cy="648000"/>
            </a:xfrm>
            <a:custGeom>
              <a:avLst/>
              <a:gdLst/>
              <a:ahLst/>
              <a:cxnLst/>
              <a:rect l="l" t="t" r="r" b="b"/>
              <a:pathLst>
                <a:path w="3340672" h="825576" extrusionOk="0">
                  <a:moveTo>
                    <a:pt x="0" y="82558"/>
                  </a:moveTo>
                  <a:cubicBezTo>
                    <a:pt x="0" y="36962"/>
                    <a:pt x="36962" y="0"/>
                    <a:pt x="82558" y="0"/>
                  </a:cubicBezTo>
                  <a:lnTo>
                    <a:pt x="3258114" y="0"/>
                  </a:lnTo>
                  <a:cubicBezTo>
                    <a:pt x="3303710" y="0"/>
                    <a:pt x="3340672" y="36962"/>
                    <a:pt x="3340672" y="82558"/>
                  </a:cubicBezTo>
                  <a:lnTo>
                    <a:pt x="3340672" y="743018"/>
                  </a:lnTo>
                  <a:cubicBezTo>
                    <a:pt x="3340672" y="788614"/>
                    <a:pt x="3303710" y="825576"/>
                    <a:pt x="3258114" y="825576"/>
                  </a:cubicBezTo>
                  <a:lnTo>
                    <a:pt x="82558" y="825576"/>
                  </a:lnTo>
                  <a:cubicBezTo>
                    <a:pt x="36962" y="825576"/>
                    <a:pt x="0" y="788614"/>
                    <a:pt x="0" y="743018"/>
                  </a:cubicBezTo>
                  <a:lnTo>
                    <a:pt x="0" y="82558"/>
                  </a:lnTo>
                  <a:close/>
                </a:path>
              </a:pathLst>
            </a:custGeom>
            <a:solidFill>
              <a:srgbClr val="F4AB34"/>
            </a:solidFill>
            <a:ln w="25400" cap="flat" cmpd="sng">
              <a:solidFill>
                <a:schemeClr val="lt1"/>
              </a:solidFill>
              <a:prstDash val="solid"/>
              <a:round/>
              <a:headEnd type="none" w="sm" len="sm"/>
              <a:tailEnd type="none" w="sm" len="sm"/>
            </a:ln>
          </p:spPr>
          <p:txBody>
            <a:bodyPr spcFirstLastPara="1" wrap="square" lIns="92750" tIns="92750" rIns="92750" bIns="92750" anchor="ctr" anchorCtr="0">
              <a:noAutofit/>
            </a:bodyPr>
            <a:lstStyle/>
            <a:p>
              <a:pPr marL="0" marR="0" lvl="0" indent="0" algn="ctr" rtl="0">
                <a:lnSpc>
                  <a:spcPct val="9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Id and name of the commodity from commodities_info</a:t>
              </a:r>
              <a:endParaRPr sz="1800" b="0" i="0" u="none" strike="noStrike" cap="none">
                <a:solidFill>
                  <a:schemeClr val="lt1"/>
                </a:solidFill>
                <a:latin typeface="Arial"/>
                <a:ea typeface="Arial"/>
                <a:cs typeface="Arial"/>
                <a:sym typeface="Arial"/>
              </a:endParaRPr>
            </a:p>
          </p:txBody>
        </p:sp>
      </p:grpSp>
      <p:sp>
        <p:nvSpPr>
          <p:cNvPr id="131" name="Google Shape;131;p37"/>
          <p:cNvSpPr/>
          <p:nvPr/>
        </p:nvSpPr>
        <p:spPr>
          <a:xfrm>
            <a:off x="2549562" y="3868929"/>
            <a:ext cx="376518" cy="328257"/>
          </a:xfrm>
          <a:prstGeom prst="downArrow">
            <a:avLst>
              <a:gd name="adj1" fmla="val 50000"/>
              <a:gd name="adj2" fmla="val 50000"/>
            </a:avLst>
          </a:prstGeom>
          <a:solidFill>
            <a:schemeClr val="accent4"/>
          </a:solidFill>
          <a:ln w="25400" cap="flat" cmpd="sng">
            <a:solidFill>
              <a:srgbClr val="197E5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67"/>
              <a:buFont typeface="Arial"/>
              <a:buNone/>
            </a:pPr>
            <a:endParaRPr sz="1867" b="0" i="0" u="none" strike="noStrike" cap="none">
              <a:solidFill>
                <a:schemeClr val="lt1"/>
              </a:solidFill>
              <a:latin typeface="Arial"/>
              <a:ea typeface="Arial"/>
              <a:cs typeface="Arial"/>
              <a:sym typeface="Arial"/>
            </a:endParaRPr>
          </a:p>
        </p:txBody>
      </p:sp>
      <p:sp>
        <p:nvSpPr>
          <p:cNvPr id="132" name="Google Shape;132;p37"/>
          <p:cNvSpPr/>
          <p:nvPr/>
        </p:nvSpPr>
        <p:spPr>
          <a:xfrm>
            <a:off x="5659411" y="3868929"/>
            <a:ext cx="376518" cy="328257"/>
          </a:xfrm>
          <a:prstGeom prst="downArrow">
            <a:avLst>
              <a:gd name="adj1" fmla="val 50000"/>
              <a:gd name="adj2" fmla="val 50000"/>
            </a:avLst>
          </a:prstGeom>
          <a:solidFill>
            <a:schemeClr val="accent4"/>
          </a:solidFill>
          <a:ln w="25400" cap="flat" cmpd="sng">
            <a:solidFill>
              <a:srgbClr val="197E5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67"/>
              <a:buFont typeface="Arial"/>
              <a:buNone/>
            </a:pPr>
            <a:endParaRPr sz="1867" b="0" i="0" u="none" strike="noStrike" cap="none">
              <a:solidFill>
                <a:schemeClr val="lt1"/>
              </a:solidFill>
              <a:latin typeface="Arial"/>
              <a:ea typeface="Arial"/>
              <a:cs typeface="Arial"/>
              <a:sym typeface="Arial"/>
            </a:endParaRPr>
          </a:p>
        </p:txBody>
      </p:sp>
      <p:sp>
        <p:nvSpPr>
          <p:cNvPr id="133" name="Google Shape;133;p37"/>
          <p:cNvSpPr/>
          <p:nvPr/>
        </p:nvSpPr>
        <p:spPr>
          <a:xfrm rot="5400000">
            <a:off x="4092716" y="3366838"/>
            <a:ext cx="328259" cy="3006096"/>
          </a:xfrm>
          <a:prstGeom prst="chevron">
            <a:avLst>
              <a:gd name="adj" fmla="val 77956"/>
            </a:avLst>
          </a:prstGeom>
          <a:solidFill>
            <a:schemeClr val="accent4"/>
          </a:solidFill>
          <a:ln w="25400" cap="flat" cmpd="sng">
            <a:solidFill>
              <a:srgbClr val="197E5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67"/>
              <a:buFont typeface="Arial"/>
              <a:buNone/>
            </a:pPr>
            <a:endParaRPr sz="1867" b="0" i="0" u="none" strike="noStrike" cap="none">
              <a:solidFill>
                <a:schemeClr val="dk1"/>
              </a:solidFill>
              <a:latin typeface="Arial"/>
              <a:ea typeface="Arial"/>
              <a:cs typeface="Arial"/>
              <a:sym typeface="Arial"/>
            </a:endParaRPr>
          </a:p>
        </p:txBody>
      </p:sp>
      <p:sp>
        <p:nvSpPr>
          <p:cNvPr id="134" name="Google Shape;134;p37"/>
          <p:cNvSpPr/>
          <p:nvPr/>
        </p:nvSpPr>
        <p:spPr>
          <a:xfrm rot="5400000">
            <a:off x="6597338" y="3384398"/>
            <a:ext cx="459213" cy="5042900"/>
          </a:xfrm>
          <a:prstGeom prst="chevron">
            <a:avLst>
              <a:gd name="adj" fmla="val 77956"/>
            </a:avLst>
          </a:prstGeom>
          <a:solidFill>
            <a:schemeClr val="accent4"/>
          </a:solidFill>
          <a:ln w="25400" cap="flat" cmpd="sng">
            <a:solidFill>
              <a:srgbClr val="197E5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67"/>
              <a:buFont typeface="Arial"/>
              <a:buNone/>
            </a:pPr>
            <a:endParaRPr sz="1867"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fade">
                                      <p:cBhvr>
                                        <p:cTn id="7" dur="500"/>
                                        <p:tgtEl>
                                          <p:spTgt spid="1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8"/>
                                        </p:tgtEl>
                                        <p:attrNameLst>
                                          <p:attrName>style.visibility</p:attrName>
                                        </p:attrNameLst>
                                      </p:cBhvr>
                                      <p:to>
                                        <p:strVal val="visible"/>
                                      </p:to>
                                    </p:set>
                                    <p:animEffect transition="in" filter="fade">
                                      <p:cBhvr>
                                        <p:cTn id="12" dur="500"/>
                                        <p:tgtEl>
                                          <p:spTgt spid="118"/>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20"/>
                                        </p:tgtEl>
                                        <p:attrNameLst>
                                          <p:attrName>style.visibility</p:attrName>
                                        </p:attrNameLst>
                                      </p:cBhvr>
                                      <p:to>
                                        <p:strVal val="visible"/>
                                      </p:to>
                                    </p:set>
                                    <p:animEffect transition="in" filter="fade">
                                      <p:cBhvr>
                                        <p:cTn id="16" dur="500"/>
                                        <p:tgtEl>
                                          <p:spTgt spid="120"/>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17"/>
                                        </p:tgtEl>
                                        <p:attrNameLst>
                                          <p:attrName>style.visibility</p:attrName>
                                        </p:attrNameLst>
                                      </p:cBhvr>
                                      <p:to>
                                        <p:strVal val="visible"/>
                                      </p:to>
                                    </p:set>
                                    <p:animEffect transition="in" filter="fade">
                                      <p:cBhvr>
                                        <p:cTn id="20" dur="500"/>
                                        <p:tgtEl>
                                          <p:spTgt spid="117"/>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119">
                                            <p:txEl>
                                              <p:pRg st="0" end="0"/>
                                            </p:txEl>
                                          </p:spTgt>
                                        </p:tgtEl>
                                        <p:attrNameLst>
                                          <p:attrName>style.visibility</p:attrName>
                                        </p:attrNameLst>
                                      </p:cBhvr>
                                      <p:to>
                                        <p:strVal val="visible"/>
                                      </p:to>
                                    </p:set>
                                    <p:animEffect transition="in" filter="fade">
                                      <p:cBhvr>
                                        <p:cTn id="24" dur="500"/>
                                        <p:tgtEl>
                                          <p:spTgt spid="119">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500"/>
                                        <p:tgtEl>
                                          <p:spTgt spid="121"/>
                                        </p:tgtEl>
                                      </p:cBhvr>
                                    </p:animEffect>
                                    <p:set>
                                      <p:cBhvr>
                                        <p:cTn id="29" dur="1" fill="hold">
                                          <p:stCondLst>
                                            <p:cond delay="500"/>
                                          </p:stCondLst>
                                        </p:cTn>
                                        <p:tgtEl>
                                          <p:spTgt spid="121"/>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118"/>
                                        </p:tgtEl>
                                      </p:cBhvr>
                                    </p:animEffect>
                                    <p:set>
                                      <p:cBhvr>
                                        <p:cTn id="32" dur="1" fill="hold">
                                          <p:stCondLst>
                                            <p:cond delay="500"/>
                                          </p:stCondLst>
                                        </p:cTn>
                                        <p:tgtEl>
                                          <p:spTgt spid="118"/>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500"/>
                                        <p:tgtEl>
                                          <p:spTgt spid="120"/>
                                        </p:tgtEl>
                                      </p:cBhvr>
                                    </p:animEffect>
                                    <p:set>
                                      <p:cBhvr>
                                        <p:cTn id="35" dur="1" fill="hold">
                                          <p:stCondLst>
                                            <p:cond delay="500"/>
                                          </p:stCondLst>
                                        </p:cTn>
                                        <p:tgtEl>
                                          <p:spTgt spid="120"/>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500"/>
                                        <p:tgtEl>
                                          <p:spTgt spid="117"/>
                                        </p:tgtEl>
                                      </p:cBhvr>
                                    </p:animEffect>
                                    <p:set>
                                      <p:cBhvr>
                                        <p:cTn id="38" dur="1" fill="hold">
                                          <p:stCondLst>
                                            <p:cond delay="500"/>
                                          </p:stCondLst>
                                        </p:cTn>
                                        <p:tgtEl>
                                          <p:spTgt spid="117"/>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500"/>
                                        <p:tgtEl>
                                          <p:spTgt spid="119">
                                            <p:txEl>
                                              <p:pRg st="0" end="0"/>
                                            </p:txEl>
                                          </p:spTgt>
                                        </p:tgtEl>
                                      </p:cBhvr>
                                    </p:animEffect>
                                    <p:set>
                                      <p:cBhvr>
                                        <p:cTn id="41" dur="1" fill="hold">
                                          <p:stCondLst>
                                            <p:cond delay="500"/>
                                          </p:stCondLst>
                                        </p:cTn>
                                        <p:tgtEl>
                                          <p:spTgt spid="119">
                                            <p:txEl>
                                              <p:pRg st="0" end="0"/>
                                            </p:txEl>
                                          </p:spTgt>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22">
                                            <p:txEl>
                                              <p:pRg st="0" end="0"/>
                                            </p:txEl>
                                          </p:spTgt>
                                        </p:tgtEl>
                                        <p:attrNameLst>
                                          <p:attrName>style.visibility</p:attrName>
                                        </p:attrNameLst>
                                      </p:cBhvr>
                                      <p:to>
                                        <p:strVal val="visible"/>
                                      </p:to>
                                    </p:set>
                                    <p:animEffect transition="in" filter="fade">
                                      <p:cBhvr>
                                        <p:cTn id="46" dur="500"/>
                                        <p:tgtEl>
                                          <p:spTgt spid="122">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22">
                                            <p:txEl>
                                              <p:pRg st="1" end="1"/>
                                            </p:txEl>
                                          </p:spTgt>
                                        </p:tgtEl>
                                        <p:attrNameLst>
                                          <p:attrName>style.visibility</p:attrName>
                                        </p:attrNameLst>
                                      </p:cBhvr>
                                      <p:to>
                                        <p:strVal val="visible"/>
                                      </p:to>
                                    </p:set>
                                    <p:animEffect transition="in" filter="fade">
                                      <p:cBhvr>
                                        <p:cTn id="51" dur="500"/>
                                        <p:tgtEl>
                                          <p:spTgt spid="1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36"/>
          <p:cNvSpPr/>
          <p:nvPr/>
        </p:nvSpPr>
        <p:spPr>
          <a:xfrm>
            <a:off x="2328473" y="5360141"/>
            <a:ext cx="6852955" cy="938183"/>
          </a:xfrm>
          <a:prstGeom prst="roundRect">
            <a:avLst>
              <a:gd name="adj" fmla="val 50000"/>
            </a:avLst>
          </a:prstGeom>
          <a:solidFill>
            <a:schemeClr val="lt1"/>
          </a:solidFill>
          <a:ln w="28575" cap="flat" cmpd="sng">
            <a:solidFill>
              <a:srgbClr val="0EC1C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r>
              <a:rPr lang="en-US" sz="1799" b="0" i="0" u="none" strike="noStrike" cap="none">
                <a:solidFill>
                  <a:srgbClr val="FFFFFF"/>
                </a:solidFill>
                <a:latin typeface="Lato"/>
                <a:ea typeface="Lato"/>
                <a:cs typeface="Lato"/>
                <a:sym typeface="Lato"/>
              </a:rPr>
              <a:t>z</a:t>
            </a:r>
            <a:endParaRPr sz="1400" b="0" i="0" u="none" strike="noStrike" cap="none">
              <a:solidFill>
                <a:srgbClr val="000000"/>
              </a:solidFill>
              <a:latin typeface="Arial"/>
              <a:ea typeface="Arial"/>
              <a:cs typeface="Arial"/>
              <a:sym typeface="Arial"/>
            </a:endParaRPr>
          </a:p>
        </p:txBody>
      </p:sp>
      <p:sp>
        <p:nvSpPr>
          <p:cNvPr id="93" name="Google Shape;93;p36"/>
          <p:cNvSpPr txBox="1"/>
          <p:nvPr/>
        </p:nvSpPr>
        <p:spPr>
          <a:xfrm>
            <a:off x="3263715" y="5391775"/>
            <a:ext cx="5930298" cy="8822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200"/>
              </a:spcBef>
              <a:spcAft>
                <a:spcPts val="200"/>
              </a:spcAft>
              <a:buClr>
                <a:srgbClr val="000000"/>
              </a:buClr>
              <a:buSzPts val="1600"/>
              <a:buFont typeface="Arial"/>
              <a:buNone/>
            </a:pPr>
            <a:r>
              <a:rPr lang="en-US" sz="1600" b="0" i="0" u="none" strike="noStrike" cap="none">
                <a:solidFill>
                  <a:srgbClr val="000000"/>
                </a:solidFill>
                <a:latin typeface="Lato"/>
                <a:ea typeface="Lato"/>
                <a:cs typeface="Lato"/>
                <a:sym typeface="Lato"/>
              </a:rPr>
              <a:t>What is the price variation of commodities for each city from Jan 2019 to Dec 2020. Which commodity has seen the highest price variation and in which city?</a:t>
            </a:r>
            <a:endParaRPr sz="1400" b="0" i="0" u="none" strike="noStrike" cap="none">
              <a:solidFill>
                <a:srgbClr val="000000"/>
              </a:solidFill>
              <a:latin typeface="Arial"/>
              <a:ea typeface="Arial"/>
              <a:cs typeface="Arial"/>
              <a:sym typeface="Arial"/>
            </a:endParaRPr>
          </a:p>
        </p:txBody>
      </p:sp>
      <p:sp>
        <p:nvSpPr>
          <p:cNvPr id="94" name="Google Shape;94;p36"/>
          <p:cNvSpPr/>
          <p:nvPr/>
        </p:nvSpPr>
        <p:spPr>
          <a:xfrm rot="8152625">
            <a:off x="2196437" y="5356123"/>
            <a:ext cx="961594" cy="961594"/>
          </a:xfrm>
          <a:prstGeom prst="ellipse">
            <a:avLst/>
          </a:prstGeom>
          <a:solidFill>
            <a:srgbClr val="0EC1C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95" name="Google Shape;95;p36"/>
          <p:cNvSpPr/>
          <p:nvPr/>
        </p:nvSpPr>
        <p:spPr>
          <a:xfrm>
            <a:off x="2328475" y="4288417"/>
            <a:ext cx="6852955" cy="938183"/>
          </a:xfrm>
          <a:prstGeom prst="roundRect">
            <a:avLst>
              <a:gd name="adj" fmla="val 50000"/>
            </a:avLst>
          </a:prstGeom>
          <a:solidFill>
            <a:schemeClr val="lt1"/>
          </a:solidFill>
          <a:ln w="28575" cap="flat" cmpd="sng">
            <a:solidFill>
              <a:srgbClr val="22AF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96" name="Google Shape;96;p36"/>
          <p:cNvSpPr txBox="1"/>
          <p:nvPr/>
        </p:nvSpPr>
        <p:spPr>
          <a:xfrm>
            <a:off x="3263715" y="4439493"/>
            <a:ext cx="5852559" cy="8822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200"/>
              </a:spcBef>
              <a:spcAft>
                <a:spcPts val="200"/>
              </a:spcAft>
              <a:buClr>
                <a:srgbClr val="000000"/>
              </a:buClr>
              <a:buSzPts val="1600"/>
              <a:buFont typeface="Arial"/>
              <a:buNone/>
            </a:pPr>
            <a:r>
              <a:rPr lang="en-US" sz="1600" b="0" i="0" u="none" strike="noStrike" cap="none">
                <a:solidFill>
                  <a:srgbClr val="000000"/>
                </a:solidFill>
                <a:latin typeface="Lato"/>
                <a:ea typeface="Lato"/>
                <a:cs typeface="Lato"/>
                <a:sym typeface="Lato"/>
              </a:rPr>
              <a:t>In the state with the least number of data points available, which commodity has the highest number of data points available?</a:t>
            </a:r>
            <a:endParaRPr sz="1400" b="0" i="0" u="none" strike="noStrike" cap="none">
              <a:solidFill>
                <a:srgbClr val="000000"/>
              </a:solidFill>
              <a:latin typeface="Arial"/>
              <a:ea typeface="Arial"/>
              <a:cs typeface="Arial"/>
              <a:sym typeface="Arial"/>
            </a:endParaRPr>
          </a:p>
        </p:txBody>
      </p:sp>
      <p:sp>
        <p:nvSpPr>
          <p:cNvPr id="97" name="Google Shape;97;p36"/>
          <p:cNvSpPr/>
          <p:nvPr/>
        </p:nvSpPr>
        <p:spPr>
          <a:xfrm rot="8152625">
            <a:off x="2196437" y="4277607"/>
            <a:ext cx="961594" cy="961594"/>
          </a:xfrm>
          <a:prstGeom prst="teardrop">
            <a:avLst>
              <a:gd name="adj" fmla="val 100000"/>
            </a:avLst>
          </a:prstGeom>
          <a:solidFill>
            <a:srgbClr val="22AF7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98" name="Google Shape;98;p36"/>
          <p:cNvSpPr/>
          <p:nvPr/>
        </p:nvSpPr>
        <p:spPr>
          <a:xfrm>
            <a:off x="2328474" y="3204246"/>
            <a:ext cx="6852955" cy="938183"/>
          </a:xfrm>
          <a:prstGeom prst="roundRect">
            <a:avLst>
              <a:gd name="adj" fmla="val 50000"/>
            </a:avLst>
          </a:prstGeom>
          <a:solidFill>
            <a:schemeClr val="lt1"/>
          </a:solidFill>
          <a:ln w="28575" cap="flat" cmpd="sng">
            <a:solidFill>
              <a:srgbClr val="5A5A5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99" name="Google Shape;99;p36"/>
          <p:cNvSpPr/>
          <p:nvPr/>
        </p:nvSpPr>
        <p:spPr>
          <a:xfrm rot="8152625">
            <a:off x="2196437" y="3193437"/>
            <a:ext cx="961594" cy="961594"/>
          </a:xfrm>
          <a:prstGeom prst="teardrop">
            <a:avLst>
              <a:gd name="adj" fmla="val 100000"/>
            </a:avLst>
          </a:prstGeom>
          <a:solidFill>
            <a:srgbClr val="5A5A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100" name="Google Shape;100;p36"/>
          <p:cNvSpPr txBox="1"/>
          <p:nvPr/>
        </p:nvSpPr>
        <p:spPr>
          <a:xfrm>
            <a:off x="3263715" y="3232211"/>
            <a:ext cx="5852559" cy="8822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200"/>
              </a:spcBef>
              <a:spcAft>
                <a:spcPts val="200"/>
              </a:spcAft>
              <a:buClr>
                <a:srgbClr val="000000"/>
              </a:buClr>
              <a:buSzPts val="1600"/>
              <a:buFont typeface="Arial"/>
              <a:buNone/>
            </a:pPr>
            <a:r>
              <a:rPr lang="en-US" sz="1600" b="0" i="0" u="none" strike="noStrike" cap="none">
                <a:solidFill>
                  <a:srgbClr val="000000"/>
                </a:solidFill>
                <a:latin typeface="Lato"/>
                <a:ea typeface="Lato"/>
                <a:cs typeface="Lato"/>
                <a:sym typeface="Lato"/>
              </a:rPr>
              <a:t>Arrange the commodities in order based on the number of variants in which they are available, with the highest one shown at the top, which is the 3rd commodity in the list.</a:t>
            </a:r>
            <a:endParaRPr sz="1400" b="0" i="0" u="none" strike="noStrike" cap="none">
              <a:solidFill>
                <a:srgbClr val="000000"/>
              </a:solidFill>
              <a:latin typeface="Arial"/>
              <a:ea typeface="Arial"/>
              <a:cs typeface="Arial"/>
              <a:sym typeface="Arial"/>
            </a:endParaRPr>
          </a:p>
        </p:txBody>
      </p:sp>
      <p:sp>
        <p:nvSpPr>
          <p:cNvPr id="101" name="Google Shape;101;p36"/>
          <p:cNvSpPr/>
          <p:nvPr/>
        </p:nvSpPr>
        <p:spPr>
          <a:xfrm>
            <a:off x="2328474" y="2114227"/>
            <a:ext cx="6852955" cy="938183"/>
          </a:xfrm>
          <a:prstGeom prst="roundRect">
            <a:avLst>
              <a:gd name="adj" fmla="val 50000"/>
            </a:avLst>
          </a:prstGeom>
          <a:solidFill>
            <a:schemeClr val="lt1"/>
          </a:solidFill>
          <a:ln w="28575" cap="flat" cmpd="sng">
            <a:solidFill>
              <a:srgbClr val="4890E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102" name="Google Shape;102;p36"/>
          <p:cNvSpPr/>
          <p:nvPr/>
        </p:nvSpPr>
        <p:spPr>
          <a:xfrm rot="8152625">
            <a:off x="2196437" y="2103417"/>
            <a:ext cx="961594" cy="961594"/>
          </a:xfrm>
          <a:prstGeom prst="teardrop">
            <a:avLst>
              <a:gd name="adj" fmla="val 100000"/>
            </a:avLst>
          </a:prstGeom>
          <a:solidFill>
            <a:srgbClr val="4890E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103" name="Google Shape;103;p36"/>
          <p:cNvSpPr txBox="1"/>
          <p:nvPr/>
        </p:nvSpPr>
        <p:spPr>
          <a:xfrm>
            <a:off x="3263715" y="2142192"/>
            <a:ext cx="5768583" cy="8822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200"/>
              </a:spcBef>
              <a:spcAft>
                <a:spcPts val="200"/>
              </a:spcAft>
              <a:buClr>
                <a:srgbClr val="000000"/>
              </a:buClr>
              <a:buSzPts val="1600"/>
              <a:buFont typeface="Arial"/>
              <a:buNone/>
            </a:pPr>
            <a:r>
              <a:rPr lang="en-US" sz="1600" b="0" i="0" u="none" strike="noStrike" cap="none">
                <a:solidFill>
                  <a:srgbClr val="000000"/>
                </a:solidFill>
                <a:latin typeface="Lato"/>
                <a:ea typeface="Lato"/>
                <a:cs typeface="Lato"/>
                <a:sym typeface="Lato"/>
              </a:rPr>
              <a:t>What is the maximum difference between the prices of a commodity at one place vs the other for the month of Jun ‘2021? Which commodity was it for?</a:t>
            </a:r>
            <a:endParaRPr sz="1400" b="0" i="0" u="none" strike="noStrike" cap="none">
              <a:solidFill>
                <a:srgbClr val="000000"/>
              </a:solidFill>
              <a:latin typeface="Arial"/>
              <a:ea typeface="Arial"/>
              <a:cs typeface="Arial"/>
              <a:sym typeface="Arial"/>
            </a:endParaRPr>
          </a:p>
        </p:txBody>
      </p:sp>
      <p:sp>
        <p:nvSpPr>
          <p:cNvPr id="104" name="Google Shape;104;p36"/>
          <p:cNvSpPr/>
          <p:nvPr/>
        </p:nvSpPr>
        <p:spPr>
          <a:xfrm>
            <a:off x="2328474" y="1030685"/>
            <a:ext cx="6852955" cy="938183"/>
          </a:xfrm>
          <a:prstGeom prst="roundRect">
            <a:avLst>
              <a:gd name="adj" fmla="val 50000"/>
            </a:avLst>
          </a:prstGeom>
          <a:solidFill>
            <a:schemeClr val="lt1"/>
          </a:solidFill>
          <a:ln w="28575" cap="flat" cmpd="sng">
            <a:solidFill>
              <a:srgbClr val="FAA72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105" name="Google Shape;105;p36"/>
          <p:cNvSpPr/>
          <p:nvPr/>
        </p:nvSpPr>
        <p:spPr>
          <a:xfrm rot="8152625">
            <a:off x="2196437" y="1019876"/>
            <a:ext cx="961594" cy="961594"/>
          </a:xfrm>
          <a:prstGeom prst="teardrop">
            <a:avLst>
              <a:gd name="adj" fmla="val 100000"/>
            </a:avLst>
          </a:prstGeom>
          <a:solidFill>
            <a:srgbClr val="FAA72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106" name="Google Shape;106;p36"/>
          <p:cNvSpPr txBox="1"/>
          <p:nvPr/>
        </p:nvSpPr>
        <p:spPr>
          <a:xfrm>
            <a:off x="3263715" y="1181761"/>
            <a:ext cx="5729789" cy="6360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200"/>
              </a:spcBef>
              <a:spcAft>
                <a:spcPts val="200"/>
              </a:spcAft>
              <a:buClr>
                <a:srgbClr val="000000"/>
              </a:buClr>
              <a:buSzPts val="1600"/>
              <a:buFont typeface="Arial"/>
              <a:buNone/>
            </a:pPr>
            <a:r>
              <a:rPr lang="en-US" sz="1600" b="0" i="0" u="none" strike="noStrike" cap="none">
                <a:solidFill>
                  <a:srgbClr val="000000"/>
                </a:solidFill>
                <a:latin typeface="Lato"/>
                <a:ea typeface="Lato"/>
                <a:cs typeface="Lato"/>
                <a:sym typeface="Lato"/>
              </a:rPr>
              <a:t>Get the common commodities between the Top 10 costliest commodities of 2019 and 2020.</a:t>
            </a:r>
            <a:endParaRPr sz="1400" b="0" i="0" u="none" strike="noStrike" cap="none">
              <a:solidFill>
                <a:srgbClr val="000000"/>
              </a:solidFill>
              <a:latin typeface="Arial"/>
              <a:ea typeface="Arial"/>
              <a:cs typeface="Arial"/>
              <a:sym typeface="Arial"/>
            </a:endParaRPr>
          </a:p>
        </p:txBody>
      </p:sp>
      <p:sp>
        <p:nvSpPr>
          <p:cNvPr id="107" name="Google Shape;107;p36"/>
          <p:cNvSpPr txBox="1"/>
          <p:nvPr/>
        </p:nvSpPr>
        <p:spPr>
          <a:xfrm>
            <a:off x="2194229" y="1173669"/>
            <a:ext cx="966010" cy="6462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rgbClr val="FFFFFF"/>
                </a:solidFill>
                <a:latin typeface="Lato"/>
                <a:ea typeface="Lato"/>
                <a:cs typeface="Lato"/>
                <a:sym typeface="Lato"/>
              </a:rPr>
              <a:t>1</a:t>
            </a:r>
            <a:endParaRPr sz="3600" b="1" i="0" u="none" strike="noStrike" cap="none">
              <a:solidFill>
                <a:srgbClr val="FFFFFF"/>
              </a:solidFill>
              <a:latin typeface="Lato"/>
              <a:ea typeface="Lato"/>
              <a:cs typeface="Lato"/>
              <a:sym typeface="Lato"/>
            </a:endParaRPr>
          </a:p>
        </p:txBody>
      </p:sp>
      <p:sp>
        <p:nvSpPr>
          <p:cNvPr id="108" name="Google Shape;108;p36"/>
          <p:cNvSpPr txBox="1"/>
          <p:nvPr/>
        </p:nvSpPr>
        <p:spPr>
          <a:xfrm>
            <a:off x="2194229" y="2291246"/>
            <a:ext cx="966010" cy="6462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rgbClr val="FFFFFF"/>
                </a:solidFill>
                <a:latin typeface="Lato"/>
                <a:ea typeface="Lato"/>
                <a:cs typeface="Lato"/>
                <a:sym typeface="Lato"/>
              </a:rPr>
              <a:t>2</a:t>
            </a:r>
            <a:endParaRPr sz="3600" b="1" i="0" u="none" strike="noStrike" cap="none">
              <a:solidFill>
                <a:srgbClr val="FFFFFF"/>
              </a:solidFill>
              <a:latin typeface="Lato"/>
              <a:ea typeface="Lato"/>
              <a:cs typeface="Lato"/>
              <a:sym typeface="Lato"/>
            </a:endParaRPr>
          </a:p>
        </p:txBody>
      </p:sp>
      <p:sp>
        <p:nvSpPr>
          <p:cNvPr id="109" name="Google Shape;109;p36"/>
          <p:cNvSpPr txBox="1"/>
          <p:nvPr/>
        </p:nvSpPr>
        <p:spPr>
          <a:xfrm>
            <a:off x="2194229" y="3392302"/>
            <a:ext cx="966010" cy="6462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rgbClr val="FFFFFF"/>
                </a:solidFill>
                <a:latin typeface="Lato"/>
                <a:ea typeface="Lato"/>
                <a:cs typeface="Lato"/>
                <a:sym typeface="Lato"/>
              </a:rPr>
              <a:t>3</a:t>
            </a:r>
            <a:endParaRPr sz="3600" b="1" i="0" u="none" strike="noStrike" cap="none">
              <a:solidFill>
                <a:srgbClr val="FFFFFF"/>
              </a:solidFill>
              <a:latin typeface="Lato"/>
              <a:ea typeface="Lato"/>
              <a:cs typeface="Lato"/>
              <a:sym typeface="Lato"/>
            </a:endParaRPr>
          </a:p>
        </p:txBody>
      </p:sp>
      <p:sp>
        <p:nvSpPr>
          <p:cNvPr id="110" name="Google Shape;110;p36"/>
          <p:cNvSpPr txBox="1"/>
          <p:nvPr/>
        </p:nvSpPr>
        <p:spPr>
          <a:xfrm>
            <a:off x="2194229" y="4434361"/>
            <a:ext cx="966010" cy="6462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rgbClr val="FFFFFF"/>
                </a:solidFill>
                <a:latin typeface="Lato"/>
                <a:ea typeface="Lato"/>
                <a:cs typeface="Lato"/>
                <a:sym typeface="Lato"/>
              </a:rPr>
              <a:t>4</a:t>
            </a:r>
            <a:endParaRPr sz="3600" b="1" i="0" u="none" strike="noStrike" cap="none">
              <a:solidFill>
                <a:srgbClr val="FFFFFF"/>
              </a:solidFill>
              <a:latin typeface="Lato"/>
              <a:ea typeface="Lato"/>
              <a:cs typeface="Lato"/>
              <a:sym typeface="Lato"/>
            </a:endParaRPr>
          </a:p>
        </p:txBody>
      </p:sp>
      <p:sp>
        <p:nvSpPr>
          <p:cNvPr id="111" name="Google Shape;111;p36"/>
          <p:cNvSpPr txBox="1"/>
          <p:nvPr/>
        </p:nvSpPr>
        <p:spPr>
          <a:xfrm>
            <a:off x="2194229" y="5498849"/>
            <a:ext cx="966010" cy="6462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rgbClr val="FFFFFF"/>
                </a:solidFill>
                <a:latin typeface="Lato"/>
                <a:ea typeface="Lato"/>
                <a:cs typeface="Lato"/>
                <a:sym typeface="Lato"/>
              </a:rPr>
              <a:t>5</a:t>
            </a:r>
            <a:endParaRPr sz="3600" b="1" i="0" u="none" strike="noStrike" cap="none">
              <a:solidFill>
                <a:srgbClr val="FFFFFF"/>
              </a:solidFill>
              <a:latin typeface="Lato"/>
              <a:ea typeface="Lato"/>
              <a:cs typeface="Lato"/>
              <a:sym typeface="Lato"/>
            </a:endParaRPr>
          </a:p>
        </p:txBody>
      </p:sp>
      <p:sp>
        <p:nvSpPr>
          <p:cNvPr id="112" name="Google Shape;112;p36"/>
          <p:cNvSpPr txBox="1"/>
          <p:nvPr/>
        </p:nvSpPr>
        <p:spPr>
          <a:xfrm>
            <a:off x="2069441" y="282002"/>
            <a:ext cx="8318845" cy="52387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ato"/>
                <a:ea typeface="Lato"/>
                <a:cs typeface="Lato"/>
                <a:sym typeface="Lato"/>
              </a:rPr>
              <a:t>COMMODITIES’ PRICES QUESTIONS</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fade">
                                      <p:cBhvr>
                                        <p:cTn id="7" dur="500"/>
                                        <p:tgtEl>
                                          <p:spTgt spid="1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5"/>
                                        </p:tgtEl>
                                        <p:attrNameLst>
                                          <p:attrName>style.visibility</p:attrName>
                                        </p:attrNameLst>
                                      </p:cBhvr>
                                      <p:to>
                                        <p:strVal val="visible"/>
                                      </p:to>
                                    </p:set>
                                    <p:animEffect transition="in" filter="fade">
                                      <p:cBhvr>
                                        <p:cTn id="12" dur="500"/>
                                        <p:tgtEl>
                                          <p:spTgt spid="105"/>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07"/>
                                        </p:tgtEl>
                                        <p:attrNameLst>
                                          <p:attrName>style.visibility</p:attrName>
                                        </p:attrNameLst>
                                      </p:cBhvr>
                                      <p:to>
                                        <p:strVal val="visible"/>
                                      </p:to>
                                    </p:set>
                                    <p:animEffect transition="in" filter="fade">
                                      <p:cBhvr>
                                        <p:cTn id="16" dur="500"/>
                                        <p:tgtEl>
                                          <p:spTgt spid="107"/>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04"/>
                                        </p:tgtEl>
                                        <p:attrNameLst>
                                          <p:attrName>style.visibility</p:attrName>
                                        </p:attrNameLst>
                                      </p:cBhvr>
                                      <p:to>
                                        <p:strVal val="visible"/>
                                      </p:to>
                                    </p:set>
                                    <p:animEffect transition="in" filter="fade">
                                      <p:cBhvr>
                                        <p:cTn id="20" dur="500"/>
                                        <p:tgtEl>
                                          <p:spTgt spid="104"/>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106">
                                            <p:txEl>
                                              <p:pRg st="0" end="0"/>
                                            </p:txEl>
                                          </p:spTgt>
                                        </p:tgtEl>
                                        <p:attrNameLst>
                                          <p:attrName>style.visibility</p:attrName>
                                        </p:attrNameLst>
                                      </p:cBhvr>
                                      <p:to>
                                        <p:strVal val="visible"/>
                                      </p:to>
                                    </p:set>
                                    <p:animEffect transition="in" filter="fade">
                                      <p:cBhvr>
                                        <p:cTn id="24" dur="500"/>
                                        <p:tgtEl>
                                          <p:spTgt spid="106">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2"/>
                                        </p:tgtEl>
                                        <p:attrNameLst>
                                          <p:attrName>style.visibility</p:attrName>
                                        </p:attrNameLst>
                                      </p:cBhvr>
                                      <p:to>
                                        <p:strVal val="visible"/>
                                      </p:to>
                                    </p:set>
                                    <p:animEffect transition="in" filter="fade">
                                      <p:cBhvr>
                                        <p:cTn id="29" dur="500"/>
                                        <p:tgtEl>
                                          <p:spTgt spid="102"/>
                                        </p:tgtEl>
                                      </p:cBhvr>
                                    </p:animEffect>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108"/>
                                        </p:tgtEl>
                                        <p:attrNameLst>
                                          <p:attrName>style.visibility</p:attrName>
                                        </p:attrNameLst>
                                      </p:cBhvr>
                                      <p:to>
                                        <p:strVal val="visible"/>
                                      </p:to>
                                    </p:set>
                                    <p:animEffect transition="in" filter="fade">
                                      <p:cBhvr>
                                        <p:cTn id="33" dur="500"/>
                                        <p:tgtEl>
                                          <p:spTgt spid="108"/>
                                        </p:tgtEl>
                                      </p:cBhvr>
                                    </p:animEffect>
                                  </p:childTnLst>
                                </p:cTn>
                              </p:par>
                            </p:childTnLst>
                          </p:cTn>
                        </p:par>
                        <p:par>
                          <p:cTn id="34" fill="hold">
                            <p:stCondLst>
                              <p:cond delay="1000"/>
                            </p:stCondLst>
                            <p:childTnLst>
                              <p:par>
                                <p:cTn id="35" presetID="10" presetClass="entr" presetSubtype="0" fill="hold" nodeType="afterEffect">
                                  <p:stCondLst>
                                    <p:cond delay="0"/>
                                  </p:stCondLst>
                                  <p:childTnLst>
                                    <p:set>
                                      <p:cBhvr>
                                        <p:cTn id="36" dur="1" fill="hold">
                                          <p:stCondLst>
                                            <p:cond delay="0"/>
                                          </p:stCondLst>
                                        </p:cTn>
                                        <p:tgtEl>
                                          <p:spTgt spid="101"/>
                                        </p:tgtEl>
                                        <p:attrNameLst>
                                          <p:attrName>style.visibility</p:attrName>
                                        </p:attrNameLst>
                                      </p:cBhvr>
                                      <p:to>
                                        <p:strVal val="visible"/>
                                      </p:to>
                                    </p:set>
                                    <p:animEffect transition="in" filter="fade">
                                      <p:cBhvr>
                                        <p:cTn id="37" dur="500"/>
                                        <p:tgtEl>
                                          <p:spTgt spid="101"/>
                                        </p:tgtEl>
                                      </p:cBhvr>
                                    </p:animEffect>
                                  </p:childTnLst>
                                </p:cTn>
                              </p:par>
                            </p:childTnLst>
                          </p:cTn>
                        </p:par>
                        <p:par>
                          <p:cTn id="38" fill="hold">
                            <p:stCondLst>
                              <p:cond delay="1500"/>
                            </p:stCondLst>
                            <p:childTnLst>
                              <p:par>
                                <p:cTn id="39" presetID="10" presetClass="entr" presetSubtype="0" fill="hold" nodeType="afterEffect">
                                  <p:stCondLst>
                                    <p:cond delay="0"/>
                                  </p:stCondLst>
                                  <p:childTnLst>
                                    <p:set>
                                      <p:cBhvr>
                                        <p:cTn id="40" dur="1" fill="hold">
                                          <p:stCondLst>
                                            <p:cond delay="0"/>
                                          </p:stCondLst>
                                        </p:cTn>
                                        <p:tgtEl>
                                          <p:spTgt spid="103">
                                            <p:txEl>
                                              <p:pRg st="0" end="0"/>
                                            </p:txEl>
                                          </p:spTgt>
                                        </p:tgtEl>
                                        <p:attrNameLst>
                                          <p:attrName>style.visibility</p:attrName>
                                        </p:attrNameLst>
                                      </p:cBhvr>
                                      <p:to>
                                        <p:strVal val="visible"/>
                                      </p:to>
                                    </p:set>
                                    <p:animEffect transition="in" filter="fade">
                                      <p:cBhvr>
                                        <p:cTn id="41" dur="500"/>
                                        <p:tgtEl>
                                          <p:spTgt spid="103">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99"/>
                                        </p:tgtEl>
                                        <p:attrNameLst>
                                          <p:attrName>style.visibility</p:attrName>
                                        </p:attrNameLst>
                                      </p:cBhvr>
                                      <p:to>
                                        <p:strVal val="visible"/>
                                      </p:to>
                                    </p:set>
                                    <p:animEffect transition="in" filter="fade">
                                      <p:cBhvr>
                                        <p:cTn id="46" dur="500"/>
                                        <p:tgtEl>
                                          <p:spTgt spid="99"/>
                                        </p:tgtEl>
                                      </p:cBhvr>
                                    </p:animEffect>
                                  </p:childTnLst>
                                </p:cTn>
                              </p:par>
                            </p:childTnLst>
                          </p:cTn>
                        </p:par>
                        <p:par>
                          <p:cTn id="47" fill="hold">
                            <p:stCondLst>
                              <p:cond delay="500"/>
                            </p:stCondLst>
                            <p:childTnLst>
                              <p:par>
                                <p:cTn id="48" presetID="10" presetClass="entr" presetSubtype="0" fill="hold" nodeType="afterEffect">
                                  <p:stCondLst>
                                    <p:cond delay="0"/>
                                  </p:stCondLst>
                                  <p:childTnLst>
                                    <p:set>
                                      <p:cBhvr>
                                        <p:cTn id="49" dur="1" fill="hold">
                                          <p:stCondLst>
                                            <p:cond delay="0"/>
                                          </p:stCondLst>
                                        </p:cTn>
                                        <p:tgtEl>
                                          <p:spTgt spid="109"/>
                                        </p:tgtEl>
                                        <p:attrNameLst>
                                          <p:attrName>style.visibility</p:attrName>
                                        </p:attrNameLst>
                                      </p:cBhvr>
                                      <p:to>
                                        <p:strVal val="visible"/>
                                      </p:to>
                                    </p:set>
                                    <p:animEffect transition="in" filter="fade">
                                      <p:cBhvr>
                                        <p:cTn id="50" dur="500"/>
                                        <p:tgtEl>
                                          <p:spTgt spid="109"/>
                                        </p:tgtEl>
                                      </p:cBhvr>
                                    </p:animEffect>
                                  </p:childTnLst>
                                </p:cTn>
                              </p:par>
                            </p:childTnLst>
                          </p:cTn>
                        </p:par>
                        <p:par>
                          <p:cTn id="51" fill="hold">
                            <p:stCondLst>
                              <p:cond delay="1000"/>
                            </p:stCondLst>
                            <p:childTnLst>
                              <p:par>
                                <p:cTn id="52" presetID="10" presetClass="entr" presetSubtype="0" fill="hold" nodeType="afterEffect">
                                  <p:stCondLst>
                                    <p:cond delay="0"/>
                                  </p:stCondLst>
                                  <p:childTnLst>
                                    <p:set>
                                      <p:cBhvr>
                                        <p:cTn id="53" dur="1" fill="hold">
                                          <p:stCondLst>
                                            <p:cond delay="0"/>
                                          </p:stCondLst>
                                        </p:cTn>
                                        <p:tgtEl>
                                          <p:spTgt spid="98"/>
                                        </p:tgtEl>
                                        <p:attrNameLst>
                                          <p:attrName>style.visibility</p:attrName>
                                        </p:attrNameLst>
                                      </p:cBhvr>
                                      <p:to>
                                        <p:strVal val="visible"/>
                                      </p:to>
                                    </p:set>
                                    <p:animEffect transition="in" filter="fade">
                                      <p:cBhvr>
                                        <p:cTn id="54" dur="500"/>
                                        <p:tgtEl>
                                          <p:spTgt spid="98"/>
                                        </p:tgtEl>
                                      </p:cBhvr>
                                    </p:animEffect>
                                  </p:childTnLst>
                                </p:cTn>
                              </p:par>
                            </p:childTnLst>
                          </p:cTn>
                        </p:par>
                        <p:par>
                          <p:cTn id="55" fill="hold">
                            <p:stCondLst>
                              <p:cond delay="1500"/>
                            </p:stCondLst>
                            <p:childTnLst>
                              <p:par>
                                <p:cTn id="56" presetID="10" presetClass="entr" presetSubtype="0" fill="hold" nodeType="afterEffect">
                                  <p:stCondLst>
                                    <p:cond delay="0"/>
                                  </p:stCondLst>
                                  <p:childTnLst>
                                    <p:set>
                                      <p:cBhvr>
                                        <p:cTn id="57" dur="1" fill="hold">
                                          <p:stCondLst>
                                            <p:cond delay="0"/>
                                          </p:stCondLst>
                                        </p:cTn>
                                        <p:tgtEl>
                                          <p:spTgt spid="100">
                                            <p:txEl>
                                              <p:pRg st="0" end="0"/>
                                            </p:txEl>
                                          </p:spTgt>
                                        </p:tgtEl>
                                        <p:attrNameLst>
                                          <p:attrName>style.visibility</p:attrName>
                                        </p:attrNameLst>
                                      </p:cBhvr>
                                      <p:to>
                                        <p:strVal val="visible"/>
                                      </p:to>
                                    </p:set>
                                    <p:animEffect transition="in" filter="fade">
                                      <p:cBhvr>
                                        <p:cTn id="58" dur="500"/>
                                        <p:tgtEl>
                                          <p:spTgt spid="100">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97"/>
                                        </p:tgtEl>
                                        <p:attrNameLst>
                                          <p:attrName>style.visibility</p:attrName>
                                        </p:attrNameLst>
                                      </p:cBhvr>
                                      <p:to>
                                        <p:strVal val="visible"/>
                                      </p:to>
                                    </p:set>
                                    <p:animEffect transition="in" filter="fade">
                                      <p:cBhvr>
                                        <p:cTn id="63" dur="500"/>
                                        <p:tgtEl>
                                          <p:spTgt spid="97"/>
                                        </p:tgtEl>
                                      </p:cBhvr>
                                    </p:animEffect>
                                  </p:childTnLst>
                                </p:cTn>
                              </p:par>
                            </p:childTnLst>
                          </p:cTn>
                        </p:par>
                        <p:par>
                          <p:cTn id="64" fill="hold">
                            <p:stCondLst>
                              <p:cond delay="500"/>
                            </p:stCondLst>
                            <p:childTnLst>
                              <p:par>
                                <p:cTn id="65" presetID="10" presetClass="entr" presetSubtype="0" fill="hold" nodeType="afterEffect">
                                  <p:stCondLst>
                                    <p:cond delay="0"/>
                                  </p:stCondLst>
                                  <p:childTnLst>
                                    <p:set>
                                      <p:cBhvr>
                                        <p:cTn id="66" dur="1" fill="hold">
                                          <p:stCondLst>
                                            <p:cond delay="0"/>
                                          </p:stCondLst>
                                        </p:cTn>
                                        <p:tgtEl>
                                          <p:spTgt spid="110"/>
                                        </p:tgtEl>
                                        <p:attrNameLst>
                                          <p:attrName>style.visibility</p:attrName>
                                        </p:attrNameLst>
                                      </p:cBhvr>
                                      <p:to>
                                        <p:strVal val="visible"/>
                                      </p:to>
                                    </p:set>
                                    <p:animEffect transition="in" filter="fade">
                                      <p:cBhvr>
                                        <p:cTn id="67" dur="500"/>
                                        <p:tgtEl>
                                          <p:spTgt spid="110"/>
                                        </p:tgtEl>
                                      </p:cBhvr>
                                    </p:animEffect>
                                  </p:childTnLst>
                                </p:cTn>
                              </p:par>
                            </p:childTnLst>
                          </p:cTn>
                        </p:par>
                        <p:par>
                          <p:cTn id="68" fill="hold">
                            <p:stCondLst>
                              <p:cond delay="1000"/>
                            </p:stCondLst>
                            <p:childTnLst>
                              <p:par>
                                <p:cTn id="69" presetID="10" presetClass="entr" presetSubtype="0" fill="hold" nodeType="afterEffect">
                                  <p:stCondLst>
                                    <p:cond delay="0"/>
                                  </p:stCondLst>
                                  <p:childTnLst>
                                    <p:set>
                                      <p:cBhvr>
                                        <p:cTn id="70" dur="1" fill="hold">
                                          <p:stCondLst>
                                            <p:cond delay="0"/>
                                          </p:stCondLst>
                                        </p:cTn>
                                        <p:tgtEl>
                                          <p:spTgt spid="95"/>
                                        </p:tgtEl>
                                        <p:attrNameLst>
                                          <p:attrName>style.visibility</p:attrName>
                                        </p:attrNameLst>
                                      </p:cBhvr>
                                      <p:to>
                                        <p:strVal val="visible"/>
                                      </p:to>
                                    </p:set>
                                    <p:animEffect transition="in" filter="fade">
                                      <p:cBhvr>
                                        <p:cTn id="71" dur="500"/>
                                        <p:tgtEl>
                                          <p:spTgt spid="95"/>
                                        </p:tgtEl>
                                      </p:cBhvr>
                                    </p:animEffect>
                                  </p:childTnLst>
                                </p:cTn>
                              </p:par>
                            </p:childTnLst>
                          </p:cTn>
                        </p:par>
                        <p:par>
                          <p:cTn id="72" fill="hold">
                            <p:stCondLst>
                              <p:cond delay="1500"/>
                            </p:stCondLst>
                            <p:childTnLst>
                              <p:par>
                                <p:cTn id="73" presetID="10" presetClass="entr" presetSubtype="0" fill="hold" nodeType="afterEffect">
                                  <p:stCondLst>
                                    <p:cond delay="0"/>
                                  </p:stCondLst>
                                  <p:childTnLst>
                                    <p:set>
                                      <p:cBhvr>
                                        <p:cTn id="74" dur="1" fill="hold">
                                          <p:stCondLst>
                                            <p:cond delay="0"/>
                                          </p:stCondLst>
                                        </p:cTn>
                                        <p:tgtEl>
                                          <p:spTgt spid="96">
                                            <p:txEl>
                                              <p:pRg st="0" end="0"/>
                                            </p:txEl>
                                          </p:spTgt>
                                        </p:tgtEl>
                                        <p:attrNameLst>
                                          <p:attrName>style.visibility</p:attrName>
                                        </p:attrNameLst>
                                      </p:cBhvr>
                                      <p:to>
                                        <p:strVal val="visible"/>
                                      </p:to>
                                    </p:set>
                                    <p:animEffect transition="in" filter="fade">
                                      <p:cBhvr>
                                        <p:cTn id="75" dur="500"/>
                                        <p:tgtEl>
                                          <p:spTgt spid="96">
                                            <p:txEl>
                                              <p:pRg st="0" end="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94"/>
                                        </p:tgtEl>
                                        <p:attrNameLst>
                                          <p:attrName>style.visibility</p:attrName>
                                        </p:attrNameLst>
                                      </p:cBhvr>
                                      <p:to>
                                        <p:strVal val="visible"/>
                                      </p:to>
                                    </p:set>
                                    <p:animEffect transition="in" filter="fade">
                                      <p:cBhvr>
                                        <p:cTn id="80" dur="500"/>
                                        <p:tgtEl>
                                          <p:spTgt spid="94"/>
                                        </p:tgtEl>
                                      </p:cBhvr>
                                    </p:animEffect>
                                  </p:childTnLst>
                                </p:cTn>
                              </p:par>
                            </p:childTnLst>
                          </p:cTn>
                        </p:par>
                        <p:par>
                          <p:cTn id="81" fill="hold">
                            <p:stCondLst>
                              <p:cond delay="500"/>
                            </p:stCondLst>
                            <p:childTnLst>
                              <p:par>
                                <p:cTn id="82" presetID="10" presetClass="entr" presetSubtype="0" fill="hold" nodeType="afterEffect">
                                  <p:stCondLst>
                                    <p:cond delay="0"/>
                                  </p:stCondLst>
                                  <p:childTnLst>
                                    <p:set>
                                      <p:cBhvr>
                                        <p:cTn id="83" dur="1" fill="hold">
                                          <p:stCondLst>
                                            <p:cond delay="0"/>
                                          </p:stCondLst>
                                        </p:cTn>
                                        <p:tgtEl>
                                          <p:spTgt spid="111"/>
                                        </p:tgtEl>
                                        <p:attrNameLst>
                                          <p:attrName>style.visibility</p:attrName>
                                        </p:attrNameLst>
                                      </p:cBhvr>
                                      <p:to>
                                        <p:strVal val="visible"/>
                                      </p:to>
                                    </p:set>
                                    <p:animEffect transition="in" filter="fade">
                                      <p:cBhvr>
                                        <p:cTn id="84" dur="500"/>
                                        <p:tgtEl>
                                          <p:spTgt spid="111"/>
                                        </p:tgtEl>
                                      </p:cBhvr>
                                    </p:animEffect>
                                  </p:childTnLst>
                                </p:cTn>
                              </p:par>
                            </p:childTnLst>
                          </p:cTn>
                        </p:par>
                        <p:par>
                          <p:cTn id="85" fill="hold">
                            <p:stCondLst>
                              <p:cond delay="1000"/>
                            </p:stCondLst>
                            <p:childTnLst>
                              <p:par>
                                <p:cTn id="86" presetID="10" presetClass="entr" presetSubtype="0" fill="hold" nodeType="afterEffect">
                                  <p:stCondLst>
                                    <p:cond delay="0"/>
                                  </p:stCondLst>
                                  <p:childTnLst>
                                    <p:set>
                                      <p:cBhvr>
                                        <p:cTn id="87" dur="1" fill="hold">
                                          <p:stCondLst>
                                            <p:cond delay="0"/>
                                          </p:stCondLst>
                                        </p:cTn>
                                        <p:tgtEl>
                                          <p:spTgt spid="92"/>
                                        </p:tgtEl>
                                        <p:attrNameLst>
                                          <p:attrName>style.visibility</p:attrName>
                                        </p:attrNameLst>
                                      </p:cBhvr>
                                      <p:to>
                                        <p:strVal val="visible"/>
                                      </p:to>
                                    </p:set>
                                    <p:animEffect transition="in" filter="fade">
                                      <p:cBhvr>
                                        <p:cTn id="88" dur="500"/>
                                        <p:tgtEl>
                                          <p:spTgt spid="92"/>
                                        </p:tgtEl>
                                      </p:cBhvr>
                                    </p:animEffect>
                                  </p:childTnLst>
                                </p:cTn>
                              </p:par>
                            </p:childTnLst>
                          </p:cTn>
                        </p:par>
                        <p:par>
                          <p:cTn id="89" fill="hold">
                            <p:stCondLst>
                              <p:cond delay="1500"/>
                            </p:stCondLst>
                            <p:childTnLst>
                              <p:par>
                                <p:cTn id="90" presetID="10" presetClass="entr" presetSubtype="0" fill="hold" nodeType="afterEffect">
                                  <p:stCondLst>
                                    <p:cond delay="0"/>
                                  </p:stCondLst>
                                  <p:childTnLst>
                                    <p:set>
                                      <p:cBhvr>
                                        <p:cTn id="91" dur="1" fill="hold">
                                          <p:stCondLst>
                                            <p:cond delay="0"/>
                                          </p:stCondLst>
                                        </p:cTn>
                                        <p:tgtEl>
                                          <p:spTgt spid="93">
                                            <p:txEl>
                                              <p:pRg st="0" end="0"/>
                                            </p:txEl>
                                          </p:spTgt>
                                        </p:tgtEl>
                                        <p:attrNameLst>
                                          <p:attrName>style.visibility</p:attrName>
                                        </p:attrNameLst>
                                      </p:cBhvr>
                                      <p:to>
                                        <p:strVal val="visible"/>
                                      </p:to>
                                    </p:set>
                                    <p:animEffect transition="in" filter="fade">
                                      <p:cBhvr>
                                        <p:cTn id="92" dur="500"/>
                                        <p:tgtEl>
                                          <p:spTgt spid="93">
                                            <p:txEl>
                                              <p:pRg st="0" end="0"/>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xit" presetSubtype="0" fill="hold" nodeType="clickEffect">
                                  <p:stCondLst>
                                    <p:cond delay="0"/>
                                  </p:stCondLst>
                                  <p:childTnLst>
                                    <p:animEffect transition="out" filter="fade">
                                      <p:cBhvr>
                                        <p:cTn id="96" dur="500"/>
                                        <p:tgtEl>
                                          <p:spTgt spid="112"/>
                                        </p:tgtEl>
                                      </p:cBhvr>
                                    </p:animEffect>
                                    <p:set>
                                      <p:cBhvr>
                                        <p:cTn id="97" dur="1" fill="hold">
                                          <p:stCondLst>
                                            <p:cond delay="500"/>
                                          </p:stCondLst>
                                        </p:cTn>
                                        <p:tgtEl>
                                          <p:spTgt spid="112"/>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500"/>
                                        <p:tgtEl>
                                          <p:spTgt spid="105"/>
                                        </p:tgtEl>
                                      </p:cBhvr>
                                    </p:animEffect>
                                    <p:set>
                                      <p:cBhvr>
                                        <p:cTn id="100" dur="1" fill="hold">
                                          <p:stCondLst>
                                            <p:cond delay="500"/>
                                          </p:stCondLst>
                                        </p:cTn>
                                        <p:tgtEl>
                                          <p:spTgt spid="105"/>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500"/>
                                        <p:tgtEl>
                                          <p:spTgt spid="107"/>
                                        </p:tgtEl>
                                      </p:cBhvr>
                                    </p:animEffect>
                                    <p:set>
                                      <p:cBhvr>
                                        <p:cTn id="103" dur="1" fill="hold">
                                          <p:stCondLst>
                                            <p:cond delay="500"/>
                                          </p:stCondLst>
                                        </p:cTn>
                                        <p:tgtEl>
                                          <p:spTgt spid="107"/>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500"/>
                                        <p:tgtEl>
                                          <p:spTgt spid="104"/>
                                        </p:tgtEl>
                                      </p:cBhvr>
                                    </p:animEffect>
                                    <p:set>
                                      <p:cBhvr>
                                        <p:cTn id="106" dur="1" fill="hold">
                                          <p:stCondLst>
                                            <p:cond delay="500"/>
                                          </p:stCondLst>
                                        </p:cTn>
                                        <p:tgtEl>
                                          <p:spTgt spid="104"/>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500"/>
                                        <p:tgtEl>
                                          <p:spTgt spid="106">
                                            <p:txEl>
                                              <p:pRg st="0" end="0"/>
                                            </p:txEl>
                                          </p:spTgt>
                                        </p:tgtEl>
                                      </p:cBhvr>
                                    </p:animEffect>
                                    <p:set>
                                      <p:cBhvr>
                                        <p:cTn id="109" dur="1" fill="hold">
                                          <p:stCondLst>
                                            <p:cond delay="500"/>
                                          </p:stCondLst>
                                        </p:cTn>
                                        <p:tgtEl>
                                          <p:spTgt spid="106">
                                            <p:txEl>
                                              <p:pRg st="0" end="0"/>
                                            </p:txEl>
                                          </p:spTgt>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102"/>
                                        </p:tgtEl>
                                      </p:cBhvr>
                                    </p:animEffect>
                                    <p:set>
                                      <p:cBhvr>
                                        <p:cTn id="112" dur="1" fill="hold">
                                          <p:stCondLst>
                                            <p:cond delay="500"/>
                                          </p:stCondLst>
                                        </p:cTn>
                                        <p:tgtEl>
                                          <p:spTgt spid="102"/>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108"/>
                                        </p:tgtEl>
                                      </p:cBhvr>
                                    </p:animEffect>
                                    <p:set>
                                      <p:cBhvr>
                                        <p:cTn id="115" dur="1" fill="hold">
                                          <p:stCondLst>
                                            <p:cond delay="500"/>
                                          </p:stCondLst>
                                        </p:cTn>
                                        <p:tgtEl>
                                          <p:spTgt spid="108"/>
                                        </p:tgtEl>
                                        <p:attrNameLst>
                                          <p:attrName>style.visibility</p:attrName>
                                        </p:attrNameLst>
                                      </p:cBhvr>
                                      <p:to>
                                        <p:strVal val="hidden"/>
                                      </p:to>
                                    </p:set>
                                  </p:childTnLst>
                                </p:cTn>
                              </p:par>
                              <p:par>
                                <p:cTn id="116" presetID="10" presetClass="exit" presetSubtype="0" fill="hold" nodeType="withEffect">
                                  <p:stCondLst>
                                    <p:cond delay="0"/>
                                  </p:stCondLst>
                                  <p:childTnLst>
                                    <p:animEffect transition="out" filter="fade">
                                      <p:cBhvr>
                                        <p:cTn id="117" dur="500"/>
                                        <p:tgtEl>
                                          <p:spTgt spid="101"/>
                                        </p:tgtEl>
                                      </p:cBhvr>
                                    </p:animEffect>
                                    <p:set>
                                      <p:cBhvr>
                                        <p:cTn id="118" dur="1" fill="hold">
                                          <p:stCondLst>
                                            <p:cond delay="500"/>
                                          </p:stCondLst>
                                        </p:cTn>
                                        <p:tgtEl>
                                          <p:spTgt spid="101"/>
                                        </p:tgtEl>
                                        <p:attrNameLst>
                                          <p:attrName>style.visibility</p:attrName>
                                        </p:attrNameLst>
                                      </p:cBhvr>
                                      <p:to>
                                        <p:strVal val="hidden"/>
                                      </p:to>
                                    </p:set>
                                  </p:childTnLst>
                                </p:cTn>
                              </p:par>
                              <p:par>
                                <p:cTn id="119" presetID="10" presetClass="exit" presetSubtype="0" fill="hold" nodeType="withEffect">
                                  <p:stCondLst>
                                    <p:cond delay="0"/>
                                  </p:stCondLst>
                                  <p:childTnLst>
                                    <p:animEffect transition="out" filter="fade">
                                      <p:cBhvr>
                                        <p:cTn id="120" dur="500"/>
                                        <p:tgtEl>
                                          <p:spTgt spid="103">
                                            <p:txEl>
                                              <p:pRg st="0" end="0"/>
                                            </p:txEl>
                                          </p:spTgt>
                                        </p:tgtEl>
                                      </p:cBhvr>
                                    </p:animEffect>
                                    <p:set>
                                      <p:cBhvr>
                                        <p:cTn id="121" dur="1" fill="hold">
                                          <p:stCondLst>
                                            <p:cond delay="500"/>
                                          </p:stCondLst>
                                        </p:cTn>
                                        <p:tgtEl>
                                          <p:spTgt spid="103">
                                            <p:txEl>
                                              <p:pRg st="0" end="0"/>
                                            </p:txEl>
                                          </p:spTgt>
                                        </p:tgtEl>
                                        <p:attrNameLst>
                                          <p:attrName>style.visibility</p:attrName>
                                        </p:attrNameLst>
                                      </p:cBhvr>
                                      <p:to>
                                        <p:strVal val="hidden"/>
                                      </p:to>
                                    </p:set>
                                  </p:childTnLst>
                                </p:cTn>
                              </p:par>
                              <p:par>
                                <p:cTn id="122" presetID="10" presetClass="exit" presetSubtype="0" fill="hold" nodeType="withEffect">
                                  <p:stCondLst>
                                    <p:cond delay="0"/>
                                  </p:stCondLst>
                                  <p:childTnLst>
                                    <p:animEffect transition="out" filter="fade">
                                      <p:cBhvr>
                                        <p:cTn id="123" dur="500"/>
                                        <p:tgtEl>
                                          <p:spTgt spid="99"/>
                                        </p:tgtEl>
                                      </p:cBhvr>
                                    </p:animEffect>
                                    <p:set>
                                      <p:cBhvr>
                                        <p:cTn id="124" dur="1" fill="hold">
                                          <p:stCondLst>
                                            <p:cond delay="500"/>
                                          </p:stCondLst>
                                        </p:cTn>
                                        <p:tgtEl>
                                          <p:spTgt spid="99"/>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109"/>
                                        </p:tgtEl>
                                      </p:cBhvr>
                                    </p:animEffect>
                                    <p:set>
                                      <p:cBhvr>
                                        <p:cTn id="127" dur="1" fill="hold">
                                          <p:stCondLst>
                                            <p:cond delay="500"/>
                                          </p:stCondLst>
                                        </p:cTn>
                                        <p:tgtEl>
                                          <p:spTgt spid="109"/>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98"/>
                                        </p:tgtEl>
                                      </p:cBhvr>
                                    </p:animEffect>
                                    <p:set>
                                      <p:cBhvr>
                                        <p:cTn id="130" dur="1" fill="hold">
                                          <p:stCondLst>
                                            <p:cond delay="500"/>
                                          </p:stCondLst>
                                        </p:cTn>
                                        <p:tgtEl>
                                          <p:spTgt spid="98"/>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500"/>
                                        <p:tgtEl>
                                          <p:spTgt spid="100">
                                            <p:txEl>
                                              <p:pRg st="0" end="0"/>
                                            </p:txEl>
                                          </p:spTgt>
                                        </p:tgtEl>
                                      </p:cBhvr>
                                    </p:animEffect>
                                    <p:set>
                                      <p:cBhvr>
                                        <p:cTn id="133" dur="1" fill="hold">
                                          <p:stCondLst>
                                            <p:cond delay="500"/>
                                          </p:stCondLst>
                                        </p:cTn>
                                        <p:tgtEl>
                                          <p:spTgt spid="100">
                                            <p:txEl>
                                              <p:pRg st="0" end="0"/>
                                            </p:txEl>
                                          </p:spTgt>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500"/>
                                        <p:tgtEl>
                                          <p:spTgt spid="97"/>
                                        </p:tgtEl>
                                      </p:cBhvr>
                                    </p:animEffect>
                                    <p:set>
                                      <p:cBhvr>
                                        <p:cTn id="136" dur="1" fill="hold">
                                          <p:stCondLst>
                                            <p:cond delay="500"/>
                                          </p:stCondLst>
                                        </p:cTn>
                                        <p:tgtEl>
                                          <p:spTgt spid="97"/>
                                        </p:tgtEl>
                                        <p:attrNameLst>
                                          <p:attrName>style.visibility</p:attrName>
                                        </p:attrNameLst>
                                      </p:cBhvr>
                                      <p:to>
                                        <p:strVal val="hidden"/>
                                      </p:to>
                                    </p:set>
                                  </p:childTnLst>
                                </p:cTn>
                              </p:par>
                              <p:par>
                                <p:cTn id="137" presetID="10" presetClass="exit" presetSubtype="0" fill="hold" nodeType="withEffect">
                                  <p:stCondLst>
                                    <p:cond delay="0"/>
                                  </p:stCondLst>
                                  <p:childTnLst>
                                    <p:animEffect transition="out" filter="fade">
                                      <p:cBhvr>
                                        <p:cTn id="138" dur="500"/>
                                        <p:tgtEl>
                                          <p:spTgt spid="110"/>
                                        </p:tgtEl>
                                      </p:cBhvr>
                                    </p:animEffect>
                                    <p:set>
                                      <p:cBhvr>
                                        <p:cTn id="139" dur="1" fill="hold">
                                          <p:stCondLst>
                                            <p:cond delay="500"/>
                                          </p:stCondLst>
                                        </p:cTn>
                                        <p:tgtEl>
                                          <p:spTgt spid="110"/>
                                        </p:tgtEl>
                                        <p:attrNameLst>
                                          <p:attrName>style.visibility</p:attrName>
                                        </p:attrNameLst>
                                      </p:cBhvr>
                                      <p:to>
                                        <p:strVal val="hidden"/>
                                      </p:to>
                                    </p:set>
                                  </p:childTnLst>
                                </p:cTn>
                              </p:par>
                              <p:par>
                                <p:cTn id="140" presetID="10" presetClass="exit" presetSubtype="0" fill="hold" nodeType="withEffect">
                                  <p:stCondLst>
                                    <p:cond delay="0"/>
                                  </p:stCondLst>
                                  <p:childTnLst>
                                    <p:animEffect transition="out" filter="fade">
                                      <p:cBhvr>
                                        <p:cTn id="141" dur="500"/>
                                        <p:tgtEl>
                                          <p:spTgt spid="95"/>
                                        </p:tgtEl>
                                      </p:cBhvr>
                                    </p:animEffect>
                                    <p:set>
                                      <p:cBhvr>
                                        <p:cTn id="142" dur="1" fill="hold">
                                          <p:stCondLst>
                                            <p:cond delay="500"/>
                                          </p:stCondLst>
                                        </p:cTn>
                                        <p:tgtEl>
                                          <p:spTgt spid="95"/>
                                        </p:tgtEl>
                                        <p:attrNameLst>
                                          <p:attrName>style.visibility</p:attrName>
                                        </p:attrNameLst>
                                      </p:cBhvr>
                                      <p:to>
                                        <p:strVal val="hidden"/>
                                      </p:to>
                                    </p:set>
                                  </p:childTnLst>
                                </p:cTn>
                              </p:par>
                              <p:par>
                                <p:cTn id="143" presetID="10" presetClass="exit" presetSubtype="0" fill="hold" nodeType="withEffect">
                                  <p:stCondLst>
                                    <p:cond delay="0"/>
                                  </p:stCondLst>
                                  <p:childTnLst>
                                    <p:animEffect transition="out" filter="fade">
                                      <p:cBhvr>
                                        <p:cTn id="144" dur="500"/>
                                        <p:tgtEl>
                                          <p:spTgt spid="96">
                                            <p:txEl>
                                              <p:pRg st="0" end="0"/>
                                            </p:txEl>
                                          </p:spTgt>
                                        </p:tgtEl>
                                      </p:cBhvr>
                                    </p:animEffect>
                                    <p:set>
                                      <p:cBhvr>
                                        <p:cTn id="145" dur="1" fill="hold">
                                          <p:stCondLst>
                                            <p:cond delay="500"/>
                                          </p:stCondLst>
                                        </p:cTn>
                                        <p:tgtEl>
                                          <p:spTgt spid="96">
                                            <p:txEl>
                                              <p:pRg st="0" end="0"/>
                                            </p:txEl>
                                          </p:spTgt>
                                        </p:tgtEl>
                                        <p:attrNameLst>
                                          <p:attrName>style.visibility</p:attrName>
                                        </p:attrNameLst>
                                      </p:cBhvr>
                                      <p:to>
                                        <p:strVal val="hidden"/>
                                      </p:to>
                                    </p:set>
                                  </p:childTnLst>
                                </p:cTn>
                              </p:par>
                              <p:par>
                                <p:cTn id="146" presetID="10" presetClass="exit" presetSubtype="0" fill="hold" nodeType="withEffect">
                                  <p:stCondLst>
                                    <p:cond delay="0"/>
                                  </p:stCondLst>
                                  <p:childTnLst>
                                    <p:animEffect transition="out" filter="fade">
                                      <p:cBhvr>
                                        <p:cTn id="147" dur="500"/>
                                        <p:tgtEl>
                                          <p:spTgt spid="94"/>
                                        </p:tgtEl>
                                      </p:cBhvr>
                                    </p:animEffect>
                                    <p:set>
                                      <p:cBhvr>
                                        <p:cTn id="148" dur="1" fill="hold">
                                          <p:stCondLst>
                                            <p:cond delay="500"/>
                                          </p:stCondLst>
                                        </p:cTn>
                                        <p:tgtEl>
                                          <p:spTgt spid="94"/>
                                        </p:tgtEl>
                                        <p:attrNameLst>
                                          <p:attrName>style.visibility</p:attrName>
                                        </p:attrNameLst>
                                      </p:cBhvr>
                                      <p:to>
                                        <p:strVal val="hidden"/>
                                      </p:to>
                                    </p:set>
                                  </p:childTnLst>
                                </p:cTn>
                              </p:par>
                              <p:par>
                                <p:cTn id="149" presetID="10" presetClass="exit" presetSubtype="0" fill="hold" nodeType="withEffect">
                                  <p:stCondLst>
                                    <p:cond delay="0"/>
                                  </p:stCondLst>
                                  <p:childTnLst>
                                    <p:animEffect transition="out" filter="fade">
                                      <p:cBhvr>
                                        <p:cTn id="150" dur="500"/>
                                        <p:tgtEl>
                                          <p:spTgt spid="111"/>
                                        </p:tgtEl>
                                      </p:cBhvr>
                                    </p:animEffect>
                                    <p:set>
                                      <p:cBhvr>
                                        <p:cTn id="151" dur="1" fill="hold">
                                          <p:stCondLst>
                                            <p:cond delay="500"/>
                                          </p:stCondLst>
                                        </p:cTn>
                                        <p:tgtEl>
                                          <p:spTgt spid="111"/>
                                        </p:tgtEl>
                                        <p:attrNameLst>
                                          <p:attrName>style.visibility</p:attrName>
                                        </p:attrNameLst>
                                      </p:cBhvr>
                                      <p:to>
                                        <p:strVal val="hidden"/>
                                      </p:to>
                                    </p:set>
                                  </p:childTnLst>
                                </p:cTn>
                              </p:par>
                              <p:par>
                                <p:cTn id="152" presetID="10" presetClass="exit" presetSubtype="0" fill="hold" nodeType="withEffect">
                                  <p:stCondLst>
                                    <p:cond delay="0"/>
                                  </p:stCondLst>
                                  <p:childTnLst>
                                    <p:animEffect transition="out" filter="fade">
                                      <p:cBhvr>
                                        <p:cTn id="153" dur="500"/>
                                        <p:tgtEl>
                                          <p:spTgt spid="92"/>
                                        </p:tgtEl>
                                      </p:cBhvr>
                                    </p:animEffect>
                                    <p:set>
                                      <p:cBhvr>
                                        <p:cTn id="154" dur="1" fill="hold">
                                          <p:stCondLst>
                                            <p:cond delay="500"/>
                                          </p:stCondLst>
                                        </p:cTn>
                                        <p:tgtEl>
                                          <p:spTgt spid="92"/>
                                        </p:tgtEl>
                                        <p:attrNameLst>
                                          <p:attrName>style.visibility</p:attrName>
                                        </p:attrNameLst>
                                      </p:cBhvr>
                                      <p:to>
                                        <p:strVal val="hidden"/>
                                      </p:to>
                                    </p:set>
                                  </p:childTnLst>
                                </p:cTn>
                              </p:par>
                              <p:par>
                                <p:cTn id="155" presetID="10" presetClass="exit" presetSubtype="0" fill="hold" nodeType="withEffect">
                                  <p:stCondLst>
                                    <p:cond delay="0"/>
                                  </p:stCondLst>
                                  <p:childTnLst>
                                    <p:animEffect transition="out" filter="fade">
                                      <p:cBhvr>
                                        <p:cTn id="156" dur="500"/>
                                        <p:tgtEl>
                                          <p:spTgt spid="93">
                                            <p:txEl>
                                              <p:pRg st="0" end="0"/>
                                            </p:txEl>
                                          </p:spTgt>
                                        </p:tgtEl>
                                      </p:cBhvr>
                                    </p:animEffect>
                                    <p:set>
                                      <p:cBhvr>
                                        <p:cTn id="157" dur="1" fill="hold">
                                          <p:stCondLst>
                                            <p:cond delay="500"/>
                                          </p:stCondLst>
                                        </p:cTn>
                                        <p:tgtEl>
                                          <p:spTgt spid="93">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38"/>
          <p:cNvSpPr txBox="1"/>
          <p:nvPr/>
        </p:nvSpPr>
        <p:spPr>
          <a:xfrm>
            <a:off x="2069441" y="282002"/>
            <a:ext cx="8318845" cy="52387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ato"/>
                <a:ea typeface="Lato"/>
                <a:cs typeface="Lato"/>
                <a:sym typeface="Lato"/>
              </a:rPr>
              <a:t>COMMODITIES’ PRICES QUESTIONS</a:t>
            </a:r>
            <a:endParaRPr sz="1400" b="0" i="0" u="none" strike="noStrike" cap="none">
              <a:solidFill>
                <a:srgbClr val="000000"/>
              </a:solidFill>
              <a:latin typeface="Arial"/>
              <a:ea typeface="Arial"/>
              <a:cs typeface="Arial"/>
              <a:sym typeface="Arial"/>
            </a:endParaRPr>
          </a:p>
        </p:txBody>
      </p:sp>
      <p:sp>
        <p:nvSpPr>
          <p:cNvPr id="140" name="Google Shape;140;p38"/>
          <p:cNvSpPr/>
          <p:nvPr/>
        </p:nvSpPr>
        <p:spPr>
          <a:xfrm>
            <a:off x="2328474" y="1027703"/>
            <a:ext cx="6852955" cy="938183"/>
          </a:xfrm>
          <a:prstGeom prst="roundRect">
            <a:avLst>
              <a:gd name="adj" fmla="val 50000"/>
            </a:avLst>
          </a:prstGeom>
          <a:solidFill>
            <a:schemeClr val="lt1"/>
          </a:solidFill>
          <a:ln w="28575" cap="flat" cmpd="sng">
            <a:solidFill>
              <a:srgbClr val="4890E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141" name="Google Shape;141;p38"/>
          <p:cNvSpPr txBox="1"/>
          <p:nvPr/>
        </p:nvSpPr>
        <p:spPr>
          <a:xfrm>
            <a:off x="3263715" y="1055668"/>
            <a:ext cx="5768700" cy="882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200"/>
              </a:spcBef>
              <a:spcAft>
                <a:spcPts val="200"/>
              </a:spcAft>
              <a:buClr>
                <a:srgbClr val="000000"/>
              </a:buClr>
              <a:buSzPts val="1600"/>
              <a:buFont typeface="Arial"/>
              <a:buNone/>
            </a:pPr>
            <a:r>
              <a:rPr lang="en-US" sz="1600" b="0" i="0" u="none" strike="noStrike" cap="none">
                <a:solidFill>
                  <a:srgbClr val="000000"/>
                </a:solidFill>
                <a:latin typeface="Lato"/>
                <a:ea typeface="Lato"/>
                <a:cs typeface="Lato"/>
                <a:sym typeface="Lato"/>
              </a:rPr>
              <a:t>What is the maximum difference between the prices of a commodity at one place vs the other for the month of Jun ‘</a:t>
            </a:r>
            <a:r>
              <a:rPr lang="en-US" sz="1600">
                <a:latin typeface="Lato"/>
                <a:ea typeface="Lato"/>
                <a:cs typeface="Lato"/>
                <a:sym typeface="Lato"/>
              </a:rPr>
              <a:t>2020</a:t>
            </a:r>
            <a:r>
              <a:rPr lang="en-US" sz="1600" b="0" i="0" u="none" strike="noStrike" cap="none">
                <a:solidFill>
                  <a:srgbClr val="000000"/>
                </a:solidFill>
                <a:latin typeface="Lato"/>
                <a:ea typeface="Lato"/>
                <a:cs typeface="Lato"/>
                <a:sym typeface="Lato"/>
              </a:rPr>
              <a:t>? Which commodity was it for?</a:t>
            </a:r>
            <a:endParaRPr sz="1400" b="0" i="0" u="none" strike="noStrike" cap="none">
              <a:solidFill>
                <a:srgbClr val="000000"/>
              </a:solidFill>
              <a:latin typeface="Arial"/>
              <a:ea typeface="Arial"/>
              <a:cs typeface="Arial"/>
              <a:sym typeface="Arial"/>
            </a:endParaRPr>
          </a:p>
        </p:txBody>
      </p:sp>
      <p:sp>
        <p:nvSpPr>
          <p:cNvPr id="142" name="Google Shape;142;p38"/>
          <p:cNvSpPr/>
          <p:nvPr/>
        </p:nvSpPr>
        <p:spPr>
          <a:xfrm rot="8152625">
            <a:off x="2196437" y="1016893"/>
            <a:ext cx="961594" cy="961594"/>
          </a:xfrm>
          <a:prstGeom prst="teardrop">
            <a:avLst>
              <a:gd name="adj" fmla="val 100000"/>
            </a:avLst>
          </a:prstGeom>
          <a:solidFill>
            <a:srgbClr val="4890E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143" name="Google Shape;143;p38"/>
          <p:cNvSpPr txBox="1"/>
          <p:nvPr/>
        </p:nvSpPr>
        <p:spPr>
          <a:xfrm>
            <a:off x="2194229" y="1204722"/>
            <a:ext cx="966010" cy="6462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rgbClr val="FFFFFF"/>
                </a:solidFill>
                <a:latin typeface="Lato"/>
                <a:ea typeface="Lato"/>
                <a:cs typeface="Lato"/>
                <a:sym typeface="Lato"/>
              </a:rPr>
              <a:t>2</a:t>
            </a:r>
            <a:endParaRPr sz="3600" b="1" i="0" u="none" strike="noStrike" cap="none">
              <a:solidFill>
                <a:srgbClr val="FFFFFF"/>
              </a:solidFill>
              <a:latin typeface="Lato"/>
              <a:ea typeface="Lato"/>
              <a:cs typeface="Lato"/>
              <a:sym typeface="Lato"/>
            </a:endParaRPr>
          </a:p>
        </p:txBody>
      </p:sp>
      <p:sp>
        <p:nvSpPr>
          <p:cNvPr id="144" name="Google Shape;144;p38"/>
          <p:cNvSpPr txBox="1"/>
          <p:nvPr/>
        </p:nvSpPr>
        <p:spPr>
          <a:xfrm>
            <a:off x="1206500" y="2601907"/>
            <a:ext cx="9779000" cy="306233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1" i="0" u="none" strike="noStrike" cap="none">
                <a:solidFill>
                  <a:srgbClr val="000000"/>
                </a:solidFill>
                <a:latin typeface="Lato"/>
                <a:ea typeface="Lato"/>
                <a:cs typeface="Lato"/>
                <a:sym typeface="Lato"/>
              </a:rPr>
              <a:t>Input: </a:t>
            </a:r>
            <a:r>
              <a:rPr lang="en-US" sz="1600" b="1" i="0" u="none" strike="noStrike" cap="none" err="1">
                <a:solidFill>
                  <a:srgbClr val="000000"/>
                </a:solidFill>
                <a:latin typeface="Lato"/>
                <a:ea typeface="Lato"/>
                <a:cs typeface="Lato"/>
                <a:sym typeface="Lato"/>
              </a:rPr>
              <a:t>price_details</a:t>
            </a:r>
            <a:r>
              <a:rPr lang="en-US" sz="1600" b="1" i="0" u="none" strike="noStrike" cap="none">
                <a:solidFill>
                  <a:srgbClr val="000000"/>
                </a:solidFill>
                <a:latin typeface="Lato"/>
                <a:ea typeface="Lato"/>
                <a:cs typeface="Lato"/>
                <a:sym typeface="Lato"/>
              </a:rPr>
              <a:t>: </a:t>
            </a:r>
            <a:r>
              <a:rPr lang="en-US" sz="1600" b="0" i="0" u="none" strike="noStrike" cap="none">
                <a:solidFill>
                  <a:srgbClr val="000000"/>
                </a:solidFill>
                <a:latin typeface="Lato"/>
                <a:ea typeface="Lato"/>
                <a:cs typeface="Lato"/>
                <a:sym typeface="Lato"/>
              </a:rPr>
              <a:t>Id,</a:t>
            </a:r>
            <a:r>
              <a:rPr lang="en-US" sz="1600" b="1" i="0" u="none" strike="noStrike" cap="none">
                <a:solidFill>
                  <a:srgbClr val="000000"/>
                </a:solidFill>
                <a:latin typeface="Lato"/>
                <a:ea typeface="Lato"/>
                <a:cs typeface="Lato"/>
                <a:sym typeface="Lato"/>
              </a:rPr>
              <a:t> </a:t>
            </a:r>
            <a:r>
              <a:rPr lang="en-US" sz="1600" b="0" i="0" u="none" strike="noStrike" cap="none" err="1">
                <a:solidFill>
                  <a:srgbClr val="000000"/>
                </a:solidFill>
                <a:latin typeface="Lato"/>
                <a:ea typeface="Lato"/>
                <a:cs typeface="Lato"/>
                <a:sym typeface="Lato"/>
              </a:rPr>
              <a:t>Region_Id</a:t>
            </a:r>
            <a:r>
              <a:rPr lang="en-US" sz="1600" b="0" i="0" u="none" strike="noStrike" cap="none">
                <a:solidFill>
                  <a:srgbClr val="000000"/>
                </a:solidFill>
                <a:latin typeface="Lato"/>
                <a:ea typeface="Lato"/>
                <a:cs typeface="Lato"/>
                <a:sym typeface="Lato"/>
              </a:rPr>
              <a:t>, </a:t>
            </a:r>
            <a:r>
              <a:rPr lang="en-US" sz="1600" b="0" i="0" u="none" strike="noStrike" cap="none" err="1">
                <a:solidFill>
                  <a:srgbClr val="000000"/>
                </a:solidFill>
                <a:latin typeface="Lato"/>
                <a:ea typeface="Lato"/>
                <a:cs typeface="Lato"/>
                <a:sym typeface="Lato"/>
              </a:rPr>
              <a:t>Commodity_Id</a:t>
            </a:r>
            <a:r>
              <a:rPr lang="en-US" sz="1600" b="0" i="0" u="none" strike="noStrike" cap="none">
                <a:solidFill>
                  <a:srgbClr val="000000"/>
                </a:solidFill>
                <a:latin typeface="Lato"/>
                <a:ea typeface="Lato"/>
                <a:cs typeface="Lato"/>
                <a:sym typeface="Lato"/>
              </a:rPr>
              <a:t>, Date and </a:t>
            </a:r>
            <a:r>
              <a:rPr lang="en-US" sz="1600" b="0" i="0" u="none" strike="noStrike" cap="none" err="1">
                <a:solidFill>
                  <a:srgbClr val="000000"/>
                </a:solidFill>
                <a:latin typeface="Lato"/>
                <a:ea typeface="Lato"/>
                <a:cs typeface="Lato"/>
                <a:sym typeface="Lato"/>
              </a:rPr>
              <a:t>Retail_Price</a:t>
            </a:r>
            <a:r>
              <a:rPr lang="en-US" sz="1600" b="0" i="0" u="none" strike="noStrike" cap="none">
                <a:solidFill>
                  <a:srgbClr val="000000"/>
                </a:solidFill>
                <a:latin typeface="Lato"/>
                <a:ea typeface="Lato"/>
                <a:cs typeface="Lato"/>
                <a:sym typeface="Lato"/>
              </a:rPr>
              <a:t>; </a:t>
            </a:r>
            <a:r>
              <a:rPr lang="en-US" sz="1600" b="1" i="0" u="none" strike="noStrike" cap="none" err="1">
                <a:solidFill>
                  <a:srgbClr val="000000"/>
                </a:solidFill>
                <a:latin typeface="Lato"/>
                <a:ea typeface="Lato"/>
                <a:cs typeface="Lato"/>
                <a:sym typeface="Lato"/>
              </a:rPr>
              <a:t>commodities_info</a:t>
            </a:r>
            <a:r>
              <a:rPr lang="en-US" sz="1600" b="1" i="0" u="none" strike="noStrike" cap="none">
                <a:solidFill>
                  <a:srgbClr val="000000"/>
                </a:solidFill>
                <a:latin typeface="Lato"/>
                <a:ea typeface="Lato"/>
                <a:cs typeface="Lato"/>
                <a:sym typeface="Lato"/>
              </a:rPr>
              <a:t>:</a:t>
            </a:r>
            <a:r>
              <a:rPr lang="en-US" sz="1600" b="0" i="0" u="none" strike="noStrike" cap="none">
                <a:solidFill>
                  <a:srgbClr val="000000"/>
                </a:solidFill>
                <a:latin typeface="Lato"/>
                <a:ea typeface="Lato"/>
                <a:cs typeface="Lato"/>
                <a:sym typeface="Lato"/>
              </a:rPr>
              <a:t> Id and Commodity</a:t>
            </a:r>
            <a:endParaRPr sz="1600" b="0" i="0" u="none" strike="noStrike" cap="none">
              <a:solidFill>
                <a:srgbClr val="000000"/>
              </a:solidFill>
              <a:latin typeface="Lato"/>
              <a:ea typeface="Lato"/>
              <a:cs typeface="Lato"/>
              <a:sym typeface="Lato"/>
            </a:endParaRPr>
          </a:p>
          <a:p>
            <a:pPr marL="0" marR="0" lvl="0" indent="0" algn="l" rtl="0">
              <a:lnSpc>
                <a:spcPct val="150000"/>
              </a:lnSpc>
              <a:spcBef>
                <a:spcPts val="600"/>
              </a:spcBef>
              <a:spcAft>
                <a:spcPts val="0"/>
              </a:spcAft>
              <a:buClr>
                <a:srgbClr val="000000"/>
              </a:buClr>
              <a:buSzPts val="1600"/>
              <a:buFont typeface="Arial"/>
              <a:buNone/>
            </a:pPr>
            <a:r>
              <a:rPr lang="en-US" sz="1600" b="1" i="0" u="none" strike="noStrike" cap="none">
                <a:solidFill>
                  <a:srgbClr val="000000"/>
                </a:solidFill>
                <a:latin typeface="Lato"/>
                <a:ea typeface="Lato"/>
                <a:cs typeface="Lato"/>
                <a:sym typeface="Lato"/>
              </a:rPr>
              <a:t>Expected Output: </a:t>
            </a:r>
            <a:r>
              <a:rPr lang="en-US" sz="1600" b="0" i="0" u="none" strike="noStrike" cap="none">
                <a:solidFill>
                  <a:srgbClr val="000000"/>
                </a:solidFill>
                <a:latin typeface="Lato"/>
                <a:ea typeface="Lato"/>
                <a:cs typeface="Lato"/>
                <a:sym typeface="Lato"/>
              </a:rPr>
              <a:t>Commodity | price difference;  Retain the info for highest difference</a:t>
            </a:r>
            <a:endParaRPr sz="1400" b="0" i="0" u="none" strike="noStrike" cap="none">
              <a:solidFill>
                <a:srgbClr val="000000"/>
              </a:solidFill>
              <a:latin typeface="Arial"/>
              <a:ea typeface="Arial"/>
              <a:cs typeface="Arial"/>
              <a:sym typeface="Arial"/>
            </a:endParaRPr>
          </a:p>
          <a:p>
            <a:pPr marL="341630" indent="-341630">
              <a:lnSpc>
                <a:spcPct val="150000"/>
              </a:lnSpc>
              <a:spcBef>
                <a:spcPts val="600"/>
              </a:spcBef>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1: Filter Jun </a:t>
            </a:r>
            <a:r>
              <a:rPr lang="en-US" sz="1600">
                <a:latin typeface="Lato"/>
                <a:ea typeface="Lato"/>
                <a:cs typeface="Lato"/>
                <a:sym typeface="Lato"/>
              </a:rPr>
              <a:t>2020 in</a:t>
            </a:r>
            <a:r>
              <a:rPr lang="en-US" sz="1600" b="0" i="0" u="none" strike="noStrike" cap="none">
                <a:solidFill>
                  <a:srgbClr val="000000"/>
                </a:solidFill>
                <a:latin typeface="Lato"/>
                <a:ea typeface="Lato"/>
                <a:cs typeface="Lato"/>
                <a:sym typeface="Lato"/>
              </a:rPr>
              <a:t> Date column of </a:t>
            </a:r>
            <a:r>
              <a:rPr lang="en-US" sz="1600" b="1" i="0" u="none" strike="noStrike" cap="none" err="1">
                <a:solidFill>
                  <a:srgbClr val="000000"/>
                </a:solidFill>
                <a:latin typeface="Lato"/>
                <a:ea typeface="Lato"/>
                <a:cs typeface="Lato"/>
                <a:sym typeface="Lato"/>
              </a:rPr>
              <a:t>price_details</a:t>
            </a:r>
            <a:endParaRPr sz="1600" b="1" i="0" u="none" strike="noStrike" cap="none" err="1">
              <a:solidFill>
                <a:srgbClr val="000000"/>
              </a:solidFill>
              <a:latin typeface="Lato"/>
              <a:ea typeface="Lato"/>
              <a:cs typeface="Lato"/>
            </a:endParaRPr>
          </a:p>
          <a:p>
            <a:pPr marL="341630" marR="0" lvl="0" indent="-341630" algn="l" rtl="0">
              <a:lnSpc>
                <a:spcPct val="150000"/>
              </a:lnSpc>
              <a:spcBef>
                <a:spcPts val="600"/>
              </a:spcBef>
              <a:spcAft>
                <a:spcPts val="0"/>
              </a:spcAft>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2: Aggregation – MIN(</a:t>
            </a:r>
            <a:r>
              <a:rPr lang="en-US" sz="1600" b="0" i="0" u="none" strike="noStrike" cap="none" err="1">
                <a:solidFill>
                  <a:srgbClr val="000000"/>
                </a:solidFill>
                <a:latin typeface="Lato"/>
                <a:ea typeface="Lato"/>
                <a:cs typeface="Lato"/>
                <a:sym typeface="Lato"/>
              </a:rPr>
              <a:t>retail_price</a:t>
            </a:r>
            <a:r>
              <a:rPr lang="en-US" sz="1600" b="0" i="0" u="none" strike="noStrike" cap="none">
                <a:solidFill>
                  <a:srgbClr val="000000"/>
                </a:solidFill>
                <a:latin typeface="Lato"/>
                <a:ea typeface="Lato"/>
                <a:cs typeface="Lato"/>
                <a:sym typeface="Lato"/>
              </a:rPr>
              <a:t>), MAX(</a:t>
            </a:r>
            <a:r>
              <a:rPr lang="en-US" sz="1600" b="0" i="0" u="none" strike="noStrike" cap="none" err="1">
                <a:solidFill>
                  <a:srgbClr val="000000"/>
                </a:solidFill>
                <a:latin typeface="Lato"/>
                <a:ea typeface="Lato"/>
                <a:cs typeface="Lato"/>
                <a:sym typeface="Lato"/>
              </a:rPr>
              <a:t>retail_price</a:t>
            </a:r>
            <a:r>
              <a:rPr lang="en-US" sz="1600" b="0" i="0" u="none" strike="noStrike" cap="none">
                <a:solidFill>
                  <a:srgbClr val="000000"/>
                </a:solidFill>
                <a:latin typeface="Lato"/>
                <a:ea typeface="Lato"/>
                <a:cs typeface="Lato"/>
                <a:sym typeface="Lato"/>
              </a:rPr>
              <a:t>) group by commodity</a:t>
            </a:r>
            <a:endParaRPr sz="1400" b="0" i="0" u="none" strike="noStrike" cap="none">
              <a:solidFill>
                <a:srgbClr val="000000"/>
              </a:solidFill>
              <a:latin typeface="Arial"/>
              <a:ea typeface="Arial"/>
              <a:cs typeface="Arial"/>
            </a:endParaRPr>
          </a:p>
          <a:p>
            <a:pPr marL="341630" marR="0" lvl="0" indent="-341630" algn="l" rtl="0">
              <a:lnSpc>
                <a:spcPct val="150000"/>
              </a:lnSpc>
              <a:spcBef>
                <a:spcPts val="600"/>
              </a:spcBef>
              <a:spcAft>
                <a:spcPts val="0"/>
              </a:spcAft>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3: Compute the difference between the Max and Min retail price</a:t>
            </a:r>
            <a:endParaRPr sz="1400" b="0" i="0" u="none" strike="noStrike" cap="none">
              <a:solidFill>
                <a:srgbClr val="000000"/>
              </a:solidFill>
              <a:latin typeface="Arial"/>
              <a:ea typeface="Arial"/>
              <a:cs typeface="Arial"/>
            </a:endParaRPr>
          </a:p>
          <a:p>
            <a:pPr marL="341630" marR="0" lvl="0" indent="-341630" algn="l" rtl="0">
              <a:lnSpc>
                <a:spcPct val="150000"/>
              </a:lnSpc>
              <a:spcBef>
                <a:spcPts val="600"/>
              </a:spcBef>
              <a:spcAft>
                <a:spcPts val="0"/>
              </a:spcAft>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4:</a:t>
            </a:r>
            <a:r>
              <a:rPr lang="en-US" sz="1600" b="1" i="0" u="none" strike="noStrike" cap="none">
                <a:solidFill>
                  <a:srgbClr val="000000"/>
                </a:solidFill>
                <a:latin typeface="Lato"/>
                <a:ea typeface="Lato"/>
                <a:cs typeface="Lato"/>
                <a:sym typeface="Lato"/>
              </a:rPr>
              <a:t> </a:t>
            </a:r>
            <a:r>
              <a:rPr lang="en-US" sz="1600" b="0" i="0" u="none" strike="noStrike" cap="none">
                <a:solidFill>
                  <a:srgbClr val="000000"/>
                </a:solidFill>
                <a:latin typeface="Lato"/>
                <a:ea typeface="Lato"/>
                <a:cs typeface="Lato"/>
                <a:sym typeface="Lato"/>
              </a:rPr>
              <a:t>Sort in descending order of price difference; Retain the top most row</a:t>
            </a:r>
            <a:endParaRPr sz="1400" b="0" i="0" u="none" strike="noStrike" cap="none">
              <a:solidFill>
                <a:srgbClr val="000000"/>
              </a:solidFill>
              <a:latin typeface="Arial"/>
              <a:ea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9"/>
                                        </p:tgtEl>
                                        <p:attrNameLst>
                                          <p:attrName>style.visibility</p:attrName>
                                        </p:attrNameLst>
                                      </p:cBhvr>
                                      <p:to>
                                        <p:strVal val="visible"/>
                                      </p:to>
                                    </p:set>
                                    <p:animEffect transition="in" filter="fade">
                                      <p:cBhvr>
                                        <p:cTn id="7" dur="500"/>
                                        <p:tgtEl>
                                          <p:spTgt spid="1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139"/>
                                        </p:tgtEl>
                                      </p:cBhvr>
                                    </p:animEffect>
                                    <p:set>
                                      <p:cBhvr>
                                        <p:cTn id="12" dur="1" fill="hold">
                                          <p:stCondLst>
                                            <p:cond delay="500"/>
                                          </p:stCondLst>
                                        </p:cTn>
                                        <p:tgtEl>
                                          <p:spTgt spid="139"/>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43"/>
                                        </p:tgtEl>
                                        <p:attrNameLst>
                                          <p:attrName>style.visibility</p:attrName>
                                        </p:attrNameLst>
                                      </p:cBhvr>
                                      <p:to>
                                        <p:strVal val="visible"/>
                                      </p:to>
                                    </p:set>
                                    <p:animEffect transition="in" filter="fade">
                                      <p:cBhvr>
                                        <p:cTn id="16" dur="500"/>
                                        <p:tgtEl>
                                          <p:spTgt spid="143"/>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40"/>
                                        </p:tgtEl>
                                        <p:attrNameLst>
                                          <p:attrName>style.visibility</p:attrName>
                                        </p:attrNameLst>
                                      </p:cBhvr>
                                      <p:to>
                                        <p:strVal val="visible"/>
                                      </p:to>
                                    </p:set>
                                    <p:animEffect transition="in" filter="fade">
                                      <p:cBhvr>
                                        <p:cTn id="20" dur="500"/>
                                        <p:tgtEl>
                                          <p:spTgt spid="140"/>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141">
                                            <p:txEl>
                                              <p:pRg st="0" end="0"/>
                                            </p:txEl>
                                          </p:spTgt>
                                        </p:tgtEl>
                                        <p:attrNameLst>
                                          <p:attrName>style.visibility</p:attrName>
                                        </p:attrNameLst>
                                      </p:cBhvr>
                                      <p:to>
                                        <p:strVal val="visible"/>
                                      </p:to>
                                    </p:set>
                                    <p:animEffect transition="in" filter="fade">
                                      <p:cBhvr>
                                        <p:cTn id="24" dur="500"/>
                                        <p:tgtEl>
                                          <p:spTgt spid="141">
                                            <p:txEl>
                                              <p:pRg st="0" end="0"/>
                                            </p:txEl>
                                          </p:spTgt>
                                        </p:tgtEl>
                                      </p:cBhvr>
                                    </p:animEffect>
                                  </p:childTnLst>
                                </p:cTn>
                              </p:par>
                              <p:par>
                                <p:cTn id="25" presetID="10" presetClass="exit" presetSubtype="0" fill="hold" nodeType="withEffect">
                                  <p:stCondLst>
                                    <p:cond delay="0"/>
                                  </p:stCondLst>
                                  <p:childTnLst>
                                    <p:animEffect transition="out" filter="fade">
                                      <p:cBhvr>
                                        <p:cTn id="26" dur="500"/>
                                        <p:tgtEl>
                                          <p:spTgt spid="143"/>
                                        </p:tgtEl>
                                      </p:cBhvr>
                                    </p:animEffect>
                                    <p:set>
                                      <p:cBhvr>
                                        <p:cTn id="27" dur="1" fill="hold">
                                          <p:stCondLst>
                                            <p:cond delay="500"/>
                                          </p:stCondLst>
                                        </p:cTn>
                                        <p:tgtEl>
                                          <p:spTgt spid="143"/>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29" dur="500"/>
                                        <p:tgtEl>
                                          <p:spTgt spid="140"/>
                                        </p:tgtEl>
                                      </p:cBhvr>
                                    </p:animEffect>
                                    <p:set>
                                      <p:cBhvr>
                                        <p:cTn id="30" dur="1" fill="hold">
                                          <p:stCondLst>
                                            <p:cond delay="500"/>
                                          </p:stCondLst>
                                        </p:cTn>
                                        <p:tgtEl>
                                          <p:spTgt spid="140"/>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32" dur="500"/>
                                        <p:tgtEl>
                                          <p:spTgt spid="141">
                                            <p:txEl>
                                              <p:pRg st="0" end="0"/>
                                            </p:txEl>
                                          </p:spTgt>
                                        </p:tgtEl>
                                      </p:cBhvr>
                                    </p:animEffect>
                                    <p:set>
                                      <p:cBhvr>
                                        <p:cTn id="33" dur="1" fill="hold">
                                          <p:stCondLst>
                                            <p:cond delay="500"/>
                                          </p:stCondLst>
                                        </p:cTn>
                                        <p:tgtEl>
                                          <p:spTgt spid="141">
                                            <p:txEl>
                                              <p:pRg st="0" end="0"/>
                                            </p:txEl>
                                          </p:spTgt>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42"/>
                                        </p:tgtEl>
                                        <p:attrNameLst>
                                          <p:attrName>style.visibility</p:attrName>
                                        </p:attrNameLst>
                                      </p:cBhvr>
                                      <p:to>
                                        <p:strVal val="visible"/>
                                      </p:to>
                                    </p:set>
                                    <p:animEffect transition="in" filter="fade">
                                      <p:cBhvr>
                                        <p:cTn id="38" dur="500"/>
                                        <p:tgtEl>
                                          <p:spTgt spid="142"/>
                                        </p:tgtEl>
                                      </p:cBhvr>
                                    </p:animEffect>
                                  </p:childTnLst>
                                </p:cTn>
                              </p:par>
                              <p:par>
                                <p:cTn id="39" presetID="10" presetClass="exit" presetSubtype="0" fill="hold" nodeType="withEffect">
                                  <p:stCondLst>
                                    <p:cond delay="0"/>
                                  </p:stCondLst>
                                  <p:childTnLst>
                                    <p:animEffect transition="out" filter="fade">
                                      <p:cBhvr>
                                        <p:cTn id="40" dur="500"/>
                                        <p:tgtEl>
                                          <p:spTgt spid="142"/>
                                        </p:tgtEl>
                                      </p:cBhvr>
                                    </p:animEffect>
                                    <p:set>
                                      <p:cBhvr>
                                        <p:cTn id="41" dur="1" fill="hold">
                                          <p:stCondLst>
                                            <p:cond delay="500"/>
                                          </p:stCondLst>
                                        </p:cTn>
                                        <p:tgtEl>
                                          <p:spTgt spid="142"/>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44">
                                            <p:txEl>
                                              <p:pRg st="0" end="0"/>
                                            </p:txEl>
                                          </p:spTgt>
                                        </p:tgtEl>
                                        <p:attrNameLst>
                                          <p:attrName>style.visibility</p:attrName>
                                        </p:attrNameLst>
                                      </p:cBhvr>
                                      <p:to>
                                        <p:strVal val="visible"/>
                                      </p:to>
                                    </p:set>
                                    <p:animEffect transition="in" filter="fade">
                                      <p:cBhvr>
                                        <p:cTn id="46" dur="500"/>
                                        <p:tgtEl>
                                          <p:spTgt spid="144">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44">
                                            <p:txEl>
                                              <p:pRg st="1" end="1"/>
                                            </p:txEl>
                                          </p:spTgt>
                                        </p:tgtEl>
                                        <p:attrNameLst>
                                          <p:attrName>style.visibility</p:attrName>
                                        </p:attrNameLst>
                                      </p:cBhvr>
                                      <p:to>
                                        <p:strVal val="visible"/>
                                      </p:to>
                                    </p:set>
                                    <p:animEffect transition="in" filter="fade">
                                      <p:cBhvr>
                                        <p:cTn id="51" dur="500"/>
                                        <p:tgtEl>
                                          <p:spTgt spid="144">
                                            <p:txEl>
                                              <p:pRg st="1" end="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44">
                                            <p:txEl>
                                              <p:pRg st="2" end="2"/>
                                            </p:txEl>
                                          </p:spTgt>
                                        </p:tgtEl>
                                        <p:attrNameLst>
                                          <p:attrName>style.visibility</p:attrName>
                                        </p:attrNameLst>
                                      </p:cBhvr>
                                      <p:to>
                                        <p:strVal val="visible"/>
                                      </p:to>
                                    </p:set>
                                    <p:animEffect transition="in" filter="fade">
                                      <p:cBhvr>
                                        <p:cTn id="56" dur="500"/>
                                        <p:tgtEl>
                                          <p:spTgt spid="144">
                                            <p:txEl>
                                              <p:pRg st="2" end="2"/>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44">
                                            <p:txEl>
                                              <p:pRg st="3" end="3"/>
                                            </p:txEl>
                                          </p:spTgt>
                                        </p:tgtEl>
                                        <p:attrNameLst>
                                          <p:attrName>style.visibility</p:attrName>
                                        </p:attrNameLst>
                                      </p:cBhvr>
                                      <p:to>
                                        <p:strVal val="visible"/>
                                      </p:to>
                                    </p:set>
                                    <p:animEffect transition="in" filter="fade">
                                      <p:cBhvr>
                                        <p:cTn id="61" dur="500"/>
                                        <p:tgtEl>
                                          <p:spTgt spid="144">
                                            <p:txEl>
                                              <p:pRg st="3" end="3"/>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44">
                                            <p:txEl>
                                              <p:pRg st="4" end="4"/>
                                            </p:txEl>
                                          </p:spTgt>
                                        </p:tgtEl>
                                        <p:attrNameLst>
                                          <p:attrName>style.visibility</p:attrName>
                                        </p:attrNameLst>
                                      </p:cBhvr>
                                      <p:to>
                                        <p:strVal val="visible"/>
                                      </p:to>
                                    </p:set>
                                    <p:animEffect transition="in" filter="fade">
                                      <p:cBhvr>
                                        <p:cTn id="66" dur="500"/>
                                        <p:tgtEl>
                                          <p:spTgt spid="144">
                                            <p:txEl>
                                              <p:pRg st="4" end="4"/>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44">
                                            <p:txEl>
                                              <p:pRg st="5" end="5"/>
                                            </p:txEl>
                                          </p:spTgt>
                                        </p:tgtEl>
                                        <p:attrNameLst>
                                          <p:attrName>style.visibility</p:attrName>
                                        </p:attrNameLst>
                                      </p:cBhvr>
                                      <p:to>
                                        <p:strVal val="visible"/>
                                      </p:to>
                                    </p:set>
                                    <p:animEffect transition="in" filter="fade">
                                      <p:cBhvr>
                                        <p:cTn id="71" dur="500"/>
                                        <p:tgtEl>
                                          <p:spTgt spid="14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39"/>
          <p:cNvSpPr txBox="1"/>
          <p:nvPr/>
        </p:nvSpPr>
        <p:spPr>
          <a:xfrm>
            <a:off x="2069441" y="282002"/>
            <a:ext cx="8318845" cy="52387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ato"/>
                <a:ea typeface="Lato"/>
                <a:cs typeface="Lato"/>
                <a:sym typeface="Lato"/>
              </a:rPr>
              <a:t>COMMODITIES’ PRICES QUESTIONS</a:t>
            </a:r>
            <a:endParaRPr sz="1400" b="0" i="0" u="none" strike="noStrike" cap="none">
              <a:solidFill>
                <a:srgbClr val="000000"/>
              </a:solidFill>
              <a:latin typeface="Arial"/>
              <a:ea typeface="Arial"/>
              <a:cs typeface="Arial"/>
              <a:sym typeface="Arial"/>
            </a:endParaRPr>
          </a:p>
        </p:txBody>
      </p:sp>
      <p:sp>
        <p:nvSpPr>
          <p:cNvPr id="150" name="Google Shape;150;p39"/>
          <p:cNvSpPr/>
          <p:nvPr/>
        </p:nvSpPr>
        <p:spPr>
          <a:xfrm>
            <a:off x="2328474" y="1031196"/>
            <a:ext cx="6852955" cy="938183"/>
          </a:xfrm>
          <a:prstGeom prst="roundRect">
            <a:avLst>
              <a:gd name="adj" fmla="val 50000"/>
            </a:avLst>
          </a:prstGeom>
          <a:solidFill>
            <a:schemeClr val="lt1"/>
          </a:solidFill>
          <a:ln w="28575" cap="flat" cmpd="sng">
            <a:solidFill>
              <a:srgbClr val="5A5A5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151" name="Google Shape;151;p39"/>
          <p:cNvSpPr txBox="1"/>
          <p:nvPr/>
        </p:nvSpPr>
        <p:spPr>
          <a:xfrm>
            <a:off x="3263715" y="1059161"/>
            <a:ext cx="5852559" cy="8822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200"/>
              </a:spcBef>
              <a:spcAft>
                <a:spcPts val="200"/>
              </a:spcAft>
              <a:buClr>
                <a:srgbClr val="000000"/>
              </a:buClr>
              <a:buSzPts val="1600"/>
              <a:buFont typeface="Arial"/>
              <a:buNone/>
            </a:pPr>
            <a:r>
              <a:rPr lang="en-US" sz="1600" b="0" i="0" u="none" strike="noStrike" cap="none">
                <a:solidFill>
                  <a:srgbClr val="000000"/>
                </a:solidFill>
                <a:latin typeface="Lato"/>
                <a:ea typeface="Lato"/>
                <a:cs typeface="Lato"/>
                <a:sym typeface="Lato"/>
              </a:rPr>
              <a:t>Arrange the commodities in order based on the number of varieties in which they are available, with the highest one shown at the top, which is the 3rd commodity in the list.</a:t>
            </a:r>
            <a:endParaRPr sz="1400" b="0" i="0" u="none" strike="noStrike" cap="none">
              <a:solidFill>
                <a:srgbClr val="000000"/>
              </a:solidFill>
              <a:latin typeface="Arial"/>
              <a:ea typeface="Arial"/>
              <a:cs typeface="Arial"/>
              <a:sym typeface="Arial"/>
            </a:endParaRPr>
          </a:p>
        </p:txBody>
      </p:sp>
      <p:sp>
        <p:nvSpPr>
          <p:cNvPr id="152" name="Google Shape;152;p39"/>
          <p:cNvSpPr/>
          <p:nvPr/>
        </p:nvSpPr>
        <p:spPr>
          <a:xfrm rot="8152625">
            <a:off x="2196437" y="1020387"/>
            <a:ext cx="961594" cy="961594"/>
          </a:xfrm>
          <a:prstGeom prst="teardrop">
            <a:avLst>
              <a:gd name="adj" fmla="val 100000"/>
            </a:avLst>
          </a:prstGeom>
          <a:solidFill>
            <a:srgbClr val="5A5A5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153" name="Google Shape;153;p39"/>
          <p:cNvSpPr txBox="1"/>
          <p:nvPr/>
        </p:nvSpPr>
        <p:spPr>
          <a:xfrm>
            <a:off x="2194229" y="1219252"/>
            <a:ext cx="966010" cy="6462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rgbClr val="FFFFFF"/>
                </a:solidFill>
                <a:latin typeface="Lato"/>
                <a:ea typeface="Lato"/>
                <a:cs typeface="Lato"/>
                <a:sym typeface="Lato"/>
              </a:rPr>
              <a:t>3</a:t>
            </a:r>
            <a:endParaRPr sz="3600" b="1" i="0" u="none" strike="noStrike" cap="none">
              <a:solidFill>
                <a:srgbClr val="FFFFFF"/>
              </a:solidFill>
              <a:latin typeface="Lato"/>
              <a:ea typeface="Lato"/>
              <a:cs typeface="Lato"/>
              <a:sym typeface="Lato"/>
            </a:endParaRPr>
          </a:p>
        </p:txBody>
      </p:sp>
      <p:sp>
        <p:nvSpPr>
          <p:cNvPr id="154" name="Google Shape;154;p39"/>
          <p:cNvSpPr txBox="1"/>
          <p:nvPr/>
        </p:nvSpPr>
        <p:spPr>
          <a:xfrm>
            <a:off x="1206500" y="2601907"/>
            <a:ext cx="9779000" cy="175189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1" i="0" u="none" strike="noStrike" cap="none">
                <a:solidFill>
                  <a:srgbClr val="000000"/>
                </a:solidFill>
                <a:latin typeface="Lato"/>
                <a:ea typeface="Lato"/>
                <a:cs typeface="Lato"/>
                <a:sym typeface="Lato"/>
              </a:rPr>
              <a:t>Input: commodities_info: </a:t>
            </a:r>
            <a:r>
              <a:rPr lang="en-US" sz="1600" b="0" i="0" u="none" strike="noStrike" cap="none">
                <a:solidFill>
                  <a:srgbClr val="000000"/>
                </a:solidFill>
                <a:latin typeface="Lato"/>
                <a:ea typeface="Lato"/>
                <a:cs typeface="Lato"/>
                <a:sym typeface="Lato"/>
              </a:rPr>
              <a:t>Commodity and Variety</a:t>
            </a:r>
            <a:endParaRPr sz="1600" b="0" i="0" u="none" strike="noStrike" cap="none">
              <a:solidFill>
                <a:srgbClr val="000000"/>
              </a:solidFill>
              <a:latin typeface="Lato"/>
              <a:ea typeface="Lato"/>
              <a:cs typeface="Lato"/>
              <a:sym typeface="Lato"/>
            </a:endParaRPr>
          </a:p>
          <a:p>
            <a:pPr marL="0" marR="0" lvl="0" indent="0" algn="l" rtl="0">
              <a:lnSpc>
                <a:spcPct val="150000"/>
              </a:lnSpc>
              <a:spcBef>
                <a:spcPts val="600"/>
              </a:spcBef>
              <a:spcAft>
                <a:spcPts val="0"/>
              </a:spcAft>
              <a:buClr>
                <a:srgbClr val="000000"/>
              </a:buClr>
              <a:buSzPts val="1600"/>
              <a:buFont typeface="Arial"/>
              <a:buNone/>
            </a:pPr>
            <a:r>
              <a:rPr lang="en-US" sz="1600" b="1" i="0" u="none" strike="noStrike" cap="none">
                <a:solidFill>
                  <a:srgbClr val="000000"/>
                </a:solidFill>
                <a:latin typeface="Lato"/>
                <a:ea typeface="Lato"/>
                <a:cs typeface="Lato"/>
                <a:sym typeface="Lato"/>
              </a:rPr>
              <a:t>Expected Output: </a:t>
            </a:r>
            <a:r>
              <a:rPr lang="en-US" sz="1600" b="0" i="0" u="none" strike="noStrike" cap="none">
                <a:solidFill>
                  <a:srgbClr val="000000"/>
                </a:solidFill>
                <a:latin typeface="Lato"/>
                <a:ea typeface="Lato"/>
                <a:cs typeface="Lato"/>
                <a:sym typeface="Lato"/>
              </a:rPr>
              <a:t>Commodity | Variety count;  Sort in descending order of Variety count</a:t>
            </a:r>
            <a:endParaRPr sz="1400" b="0" i="0" u="none" strike="noStrike" cap="none">
              <a:solidFill>
                <a:srgbClr val="000000"/>
              </a:solidFill>
              <a:latin typeface="Arial"/>
              <a:ea typeface="Arial"/>
              <a:cs typeface="Arial"/>
              <a:sym typeface="Arial"/>
            </a:endParaRPr>
          </a:p>
          <a:p>
            <a:pPr marL="342000" marR="0" lvl="0" indent="-342000" algn="l" rtl="0">
              <a:lnSpc>
                <a:spcPct val="150000"/>
              </a:lnSpc>
              <a:spcBef>
                <a:spcPts val="600"/>
              </a:spcBef>
              <a:spcAft>
                <a:spcPts val="0"/>
              </a:spcAft>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1: Aggregation – COUNT(DISTINCT variety), group by Commodity</a:t>
            </a:r>
            <a:endParaRPr sz="1600" b="0" i="0" u="none" strike="noStrike" cap="none">
              <a:solidFill>
                <a:srgbClr val="000000"/>
              </a:solidFill>
              <a:latin typeface="Lato"/>
              <a:ea typeface="Lato"/>
              <a:cs typeface="Lato"/>
              <a:sym typeface="Lato"/>
            </a:endParaRPr>
          </a:p>
          <a:p>
            <a:pPr marL="342000" marR="0" lvl="0" indent="-342000" algn="l" rtl="0">
              <a:lnSpc>
                <a:spcPct val="150000"/>
              </a:lnSpc>
              <a:spcBef>
                <a:spcPts val="600"/>
              </a:spcBef>
              <a:spcAft>
                <a:spcPts val="0"/>
              </a:spcAft>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2: Sort the final table in descending order of Variety count</a:t>
            </a:r>
            <a:endParaRPr sz="1600" b="0" i="0" u="none" strike="noStrike" cap="none">
              <a:solidFill>
                <a:srgbClr val="EE2C3C"/>
              </a:solidFill>
              <a:latin typeface="Lato"/>
              <a:ea typeface="Lato"/>
              <a:cs typeface="Lato"/>
              <a:sym typeface="La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9"/>
                                        </p:tgtEl>
                                        <p:attrNameLst>
                                          <p:attrName>style.visibility</p:attrName>
                                        </p:attrNameLst>
                                      </p:cBhvr>
                                      <p:to>
                                        <p:strVal val="visible"/>
                                      </p:to>
                                    </p:set>
                                    <p:animEffect transition="in" filter="fade">
                                      <p:cBhvr>
                                        <p:cTn id="7" dur="500"/>
                                        <p:tgtEl>
                                          <p:spTgt spid="1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149"/>
                                        </p:tgtEl>
                                      </p:cBhvr>
                                    </p:animEffect>
                                    <p:set>
                                      <p:cBhvr>
                                        <p:cTn id="12" dur="1" fill="hold">
                                          <p:stCondLst>
                                            <p:cond delay="500"/>
                                          </p:stCondLst>
                                        </p:cTn>
                                        <p:tgtEl>
                                          <p:spTgt spid="149"/>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53"/>
                                        </p:tgtEl>
                                        <p:attrNameLst>
                                          <p:attrName>style.visibility</p:attrName>
                                        </p:attrNameLst>
                                      </p:cBhvr>
                                      <p:to>
                                        <p:strVal val="visible"/>
                                      </p:to>
                                    </p:set>
                                    <p:animEffect transition="in" filter="fade">
                                      <p:cBhvr>
                                        <p:cTn id="16" dur="500"/>
                                        <p:tgtEl>
                                          <p:spTgt spid="153"/>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50"/>
                                        </p:tgtEl>
                                        <p:attrNameLst>
                                          <p:attrName>style.visibility</p:attrName>
                                        </p:attrNameLst>
                                      </p:cBhvr>
                                      <p:to>
                                        <p:strVal val="visible"/>
                                      </p:to>
                                    </p:set>
                                    <p:animEffect transition="in" filter="fade">
                                      <p:cBhvr>
                                        <p:cTn id="20" dur="500"/>
                                        <p:tgtEl>
                                          <p:spTgt spid="150"/>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151">
                                            <p:txEl>
                                              <p:pRg st="0" end="0"/>
                                            </p:txEl>
                                          </p:spTgt>
                                        </p:tgtEl>
                                        <p:attrNameLst>
                                          <p:attrName>style.visibility</p:attrName>
                                        </p:attrNameLst>
                                      </p:cBhvr>
                                      <p:to>
                                        <p:strVal val="visible"/>
                                      </p:to>
                                    </p:set>
                                    <p:animEffect transition="in" filter="fade">
                                      <p:cBhvr>
                                        <p:cTn id="24" dur="500"/>
                                        <p:tgtEl>
                                          <p:spTgt spid="151">
                                            <p:txEl>
                                              <p:pRg st="0" end="0"/>
                                            </p:txEl>
                                          </p:spTgt>
                                        </p:tgtEl>
                                      </p:cBhvr>
                                    </p:animEffect>
                                  </p:childTnLst>
                                </p:cTn>
                              </p:par>
                              <p:par>
                                <p:cTn id="25" presetID="10" presetClass="exit" presetSubtype="0" fill="hold" nodeType="withEffect">
                                  <p:stCondLst>
                                    <p:cond delay="0"/>
                                  </p:stCondLst>
                                  <p:childTnLst>
                                    <p:animEffect transition="out" filter="fade">
                                      <p:cBhvr>
                                        <p:cTn id="26" dur="500"/>
                                        <p:tgtEl>
                                          <p:spTgt spid="153"/>
                                        </p:tgtEl>
                                      </p:cBhvr>
                                    </p:animEffect>
                                    <p:set>
                                      <p:cBhvr>
                                        <p:cTn id="27" dur="1" fill="hold">
                                          <p:stCondLst>
                                            <p:cond delay="500"/>
                                          </p:stCondLst>
                                        </p:cTn>
                                        <p:tgtEl>
                                          <p:spTgt spid="153"/>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29" dur="500"/>
                                        <p:tgtEl>
                                          <p:spTgt spid="150"/>
                                        </p:tgtEl>
                                      </p:cBhvr>
                                    </p:animEffect>
                                    <p:set>
                                      <p:cBhvr>
                                        <p:cTn id="30" dur="1" fill="hold">
                                          <p:stCondLst>
                                            <p:cond delay="500"/>
                                          </p:stCondLst>
                                        </p:cTn>
                                        <p:tgtEl>
                                          <p:spTgt spid="150"/>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32" dur="500"/>
                                        <p:tgtEl>
                                          <p:spTgt spid="151">
                                            <p:txEl>
                                              <p:pRg st="0" end="0"/>
                                            </p:txEl>
                                          </p:spTgt>
                                        </p:tgtEl>
                                      </p:cBhvr>
                                    </p:animEffect>
                                    <p:set>
                                      <p:cBhvr>
                                        <p:cTn id="33" dur="1" fill="hold">
                                          <p:stCondLst>
                                            <p:cond delay="500"/>
                                          </p:stCondLst>
                                        </p:cTn>
                                        <p:tgtEl>
                                          <p:spTgt spid="151">
                                            <p:txEl>
                                              <p:pRg st="0" end="0"/>
                                            </p:txEl>
                                          </p:spTgt>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2"/>
                                        </p:tgtEl>
                                        <p:attrNameLst>
                                          <p:attrName>style.visibility</p:attrName>
                                        </p:attrNameLst>
                                      </p:cBhvr>
                                      <p:to>
                                        <p:strVal val="visible"/>
                                      </p:to>
                                    </p:set>
                                    <p:animEffect transition="in" filter="fade">
                                      <p:cBhvr>
                                        <p:cTn id="38" dur="500"/>
                                        <p:tgtEl>
                                          <p:spTgt spid="152"/>
                                        </p:tgtEl>
                                      </p:cBhvr>
                                    </p:animEffect>
                                  </p:childTnLst>
                                </p:cTn>
                              </p:par>
                              <p:par>
                                <p:cTn id="39" presetID="10" presetClass="exit" presetSubtype="0" fill="hold" nodeType="withEffect">
                                  <p:stCondLst>
                                    <p:cond delay="0"/>
                                  </p:stCondLst>
                                  <p:childTnLst>
                                    <p:animEffect transition="out" filter="fade">
                                      <p:cBhvr>
                                        <p:cTn id="40" dur="500"/>
                                        <p:tgtEl>
                                          <p:spTgt spid="152"/>
                                        </p:tgtEl>
                                      </p:cBhvr>
                                    </p:animEffect>
                                    <p:set>
                                      <p:cBhvr>
                                        <p:cTn id="41" dur="1" fill="hold">
                                          <p:stCondLst>
                                            <p:cond delay="500"/>
                                          </p:stCondLst>
                                        </p:cTn>
                                        <p:tgtEl>
                                          <p:spTgt spid="152"/>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54">
                                            <p:txEl>
                                              <p:pRg st="0" end="0"/>
                                            </p:txEl>
                                          </p:spTgt>
                                        </p:tgtEl>
                                        <p:attrNameLst>
                                          <p:attrName>style.visibility</p:attrName>
                                        </p:attrNameLst>
                                      </p:cBhvr>
                                      <p:to>
                                        <p:strVal val="visible"/>
                                      </p:to>
                                    </p:set>
                                    <p:animEffect transition="in" filter="fade">
                                      <p:cBhvr>
                                        <p:cTn id="46" dur="500"/>
                                        <p:tgtEl>
                                          <p:spTgt spid="154">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54">
                                            <p:txEl>
                                              <p:pRg st="1" end="1"/>
                                            </p:txEl>
                                          </p:spTgt>
                                        </p:tgtEl>
                                        <p:attrNameLst>
                                          <p:attrName>style.visibility</p:attrName>
                                        </p:attrNameLst>
                                      </p:cBhvr>
                                      <p:to>
                                        <p:strVal val="visible"/>
                                      </p:to>
                                    </p:set>
                                    <p:animEffect transition="in" filter="fade">
                                      <p:cBhvr>
                                        <p:cTn id="51" dur="500"/>
                                        <p:tgtEl>
                                          <p:spTgt spid="154">
                                            <p:txEl>
                                              <p:pRg st="1" end="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54">
                                            <p:txEl>
                                              <p:pRg st="2" end="2"/>
                                            </p:txEl>
                                          </p:spTgt>
                                        </p:tgtEl>
                                        <p:attrNameLst>
                                          <p:attrName>style.visibility</p:attrName>
                                        </p:attrNameLst>
                                      </p:cBhvr>
                                      <p:to>
                                        <p:strVal val="visible"/>
                                      </p:to>
                                    </p:set>
                                    <p:animEffect transition="in" filter="fade">
                                      <p:cBhvr>
                                        <p:cTn id="56" dur="500"/>
                                        <p:tgtEl>
                                          <p:spTgt spid="154">
                                            <p:txEl>
                                              <p:pRg st="2" end="2"/>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54">
                                            <p:txEl>
                                              <p:pRg st="3" end="3"/>
                                            </p:txEl>
                                          </p:spTgt>
                                        </p:tgtEl>
                                        <p:attrNameLst>
                                          <p:attrName>style.visibility</p:attrName>
                                        </p:attrNameLst>
                                      </p:cBhvr>
                                      <p:to>
                                        <p:strVal val="visible"/>
                                      </p:to>
                                    </p:set>
                                    <p:animEffect transition="in" filter="fade">
                                      <p:cBhvr>
                                        <p:cTn id="61" dur="500"/>
                                        <p:tgtEl>
                                          <p:spTgt spid="15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0"/>
          <p:cNvSpPr txBox="1"/>
          <p:nvPr/>
        </p:nvSpPr>
        <p:spPr>
          <a:xfrm>
            <a:off x="2069441" y="282002"/>
            <a:ext cx="8318845" cy="52387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ato"/>
                <a:ea typeface="Lato"/>
                <a:cs typeface="Lato"/>
                <a:sym typeface="Lato"/>
              </a:rPr>
              <a:t>COMMODITIES’ PRICES QUESTIONS</a:t>
            </a:r>
            <a:endParaRPr sz="1400" b="0" i="0" u="none" strike="noStrike" cap="none">
              <a:solidFill>
                <a:srgbClr val="000000"/>
              </a:solidFill>
              <a:latin typeface="Arial"/>
              <a:ea typeface="Arial"/>
              <a:cs typeface="Arial"/>
              <a:sym typeface="Arial"/>
            </a:endParaRPr>
          </a:p>
        </p:txBody>
      </p:sp>
      <p:sp>
        <p:nvSpPr>
          <p:cNvPr id="160" name="Google Shape;160;p40"/>
          <p:cNvSpPr/>
          <p:nvPr/>
        </p:nvSpPr>
        <p:spPr>
          <a:xfrm>
            <a:off x="2526804" y="1039286"/>
            <a:ext cx="6852955" cy="938183"/>
          </a:xfrm>
          <a:prstGeom prst="roundRect">
            <a:avLst>
              <a:gd name="adj" fmla="val 50000"/>
            </a:avLst>
          </a:prstGeom>
          <a:solidFill>
            <a:schemeClr val="lt1"/>
          </a:solidFill>
          <a:ln w="28575" cap="flat" cmpd="sng">
            <a:solidFill>
              <a:srgbClr val="22AF7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161" name="Google Shape;161;p40"/>
          <p:cNvSpPr txBox="1"/>
          <p:nvPr/>
        </p:nvSpPr>
        <p:spPr>
          <a:xfrm>
            <a:off x="3263715" y="1179924"/>
            <a:ext cx="5852559" cy="8822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200"/>
              </a:spcBef>
              <a:spcAft>
                <a:spcPts val="200"/>
              </a:spcAft>
              <a:buClr>
                <a:srgbClr val="000000"/>
              </a:buClr>
              <a:buSzPts val="1600"/>
              <a:buFont typeface="Arial"/>
              <a:buNone/>
            </a:pPr>
            <a:r>
              <a:rPr lang="en-US" sz="1600" b="0" i="0" u="none" strike="noStrike" cap="none">
                <a:solidFill>
                  <a:srgbClr val="000000"/>
                </a:solidFill>
                <a:latin typeface="Lato"/>
                <a:ea typeface="Lato"/>
                <a:cs typeface="Lato"/>
                <a:sym typeface="Lato"/>
              </a:rPr>
              <a:t>In the state with the least number of data points available, which commodity has the highest number of data points available?</a:t>
            </a:r>
            <a:endParaRPr sz="1400" b="0" i="0" u="none" strike="noStrike" cap="none">
              <a:solidFill>
                <a:srgbClr val="000000"/>
              </a:solidFill>
              <a:latin typeface="Arial"/>
              <a:ea typeface="Arial"/>
              <a:cs typeface="Arial"/>
              <a:sym typeface="Arial"/>
            </a:endParaRPr>
          </a:p>
        </p:txBody>
      </p:sp>
      <p:sp>
        <p:nvSpPr>
          <p:cNvPr id="162" name="Google Shape;162;p40"/>
          <p:cNvSpPr/>
          <p:nvPr/>
        </p:nvSpPr>
        <p:spPr>
          <a:xfrm rot="8152625">
            <a:off x="2196437" y="1018038"/>
            <a:ext cx="961594" cy="961594"/>
          </a:xfrm>
          <a:prstGeom prst="teardrop">
            <a:avLst>
              <a:gd name="adj" fmla="val 100000"/>
            </a:avLst>
          </a:prstGeom>
          <a:solidFill>
            <a:srgbClr val="22AF7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163" name="Google Shape;163;p40"/>
          <p:cNvSpPr txBox="1"/>
          <p:nvPr/>
        </p:nvSpPr>
        <p:spPr>
          <a:xfrm>
            <a:off x="2194229" y="1174792"/>
            <a:ext cx="966010" cy="6462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rgbClr val="FFFFFF"/>
                </a:solidFill>
                <a:latin typeface="Lato"/>
                <a:ea typeface="Lato"/>
                <a:cs typeface="Lato"/>
                <a:sym typeface="Lato"/>
              </a:rPr>
              <a:t>4</a:t>
            </a:r>
            <a:endParaRPr sz="3600" b="1" i="0" u="none" strike="noStrike" cap="none">
              <a:solidFill>
                <a:srgbClr val="FFFFFF"/>
              </a:solidFill>
              <a:latin typeface="Lato"/>
              <a:ea typeface="Lato"/>
              <a:cs typeface="Lato"/>
              <a:sym typeface="Lato"/>
            </a:endParaRPr>
          </a:p>
        </p:txBody>
      </p:sp>
      <p:sp>
        <p:nvSpPr>
          <p:cNvPr id="164" name="Google Shape;164;p40"/>
          <p:cNvSpPr txBox="1"/>
          <p:nvPr/>
        </p:nvSpPr>
        <p:spPr>
          <a:xfrm>
            <a:off x="1206500" y="2268418"/>
            <a:ext cx="9779000" cy="432422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1" i="0" u="none" strike="noStrike" cap="none">
                <a:solidFill>
                  <a:srgbClr val="000000"/>
                </a:solidFill>
                <a:latin typeface="Lato"/>
                <a:ea typeface="Lato"/>
                <a:cs typeface="Lato"/>
                <a:sym typeface="Lato"/>
              </a:rPr>
              <a:t>Input: </a:t>
            </a:r>
            <a:r>
              <a:rPr lang="en-US" sz="1600" b="1" i="0" u="none" strike="noStrike" cap="none" err="1">
                <a:solidFill>
                  <a:srgbClr val="000000"/>
                </a:solidFill>
                <a:latin typeface="Lato"/>
                <a:ea typeface="Lato"/>
                <a:cs typeface="Lato"/>
                <a:sym typeface="Lato"/>
              </a:rPr>
              <a:t>price_details</a:t>
            </a:r>
            <a:r>
              <a:rPr lang="en-US" sz="1600" b="1" i="0" u="none" strike="noStrike" cap="none">
                <a:solidFill>
                  <a:srgbClr val="000000"/>
                </a:solidFill>
                <a:latin typeface="Lato"/>
                <a:ea typeface="Lato"/>
                <a:cs typeface="Lato"/>
                <a:sym typeface="Lato"/>
              </a:rPr>
              <a:t>: </a:t>
            </a:r>
            <a:r>
              <a:rPr lang="en-US" sz="1600" b="0" i="0" u="none" strike="noStrike" cap="none">
                <a:solidFill>
                  <a:srgbClr val="000000"/>
                </a:solidFill>
                <a:latin typeface="Lato"/>
                <a:ea typeface="Lato"/>
                <a:cs typeface="Lato"/>
                <a:sym typeface="Lato"/>
              </a:rPr>
              <a:t>Id, </a:t>
            </a:r>
            <a:r>
              <a:rPr lang="en-US" sz="1600" b="0" i="0" u="none" strike="noStrike" cap="none" err="1">
                <a:solidFill>
                  <a:srgbClr val="000000"/>
                </a:solidFill>
                <a:latin typeface="Lato"/>
                <a:ea typeface="Lato"/>
                <a:cs typeface="Lato"/>
                <a:sym typeface="Lato"/>
              </a:rPr>
              <a:t>region_id</a:t>
            </a:r>
            <a:r>
              <a:rPr lang="en-US" sz="1600" b="0" i="0" u="none" strike="noStrike" cap="none">
                <a:solidFill>
                  <a:srgbClr val="000000"/>
                </a:solidFill>
                <a:latin typeface="Lato"/>
                <a:ea typeface="Lato"/>
                <a:cs typeface="Lato"/>
                <a:sym typeface="Lato"/>
              </a:rPr>
              <a:t>, </a:t>
            </a:r>
            <a:r>
              <a:rPr lang="en-US" sz="1600" b="0" i="0" u="none" strike="noStrike" cap="none" err="1">
                <a:solidFill>
                  <a:srgbClr val="000000"/>
                </a:solidFill>
                <a:latin typeface="Lato"/>
                <a:ea typeface="Lato"/>
                <a:cs typeface="Lato"/>
                <a:sym typeface="Lato"/>
              </a:rPr>
              <a:t>commodity_id</a:t>
            </a:r>
            <a:r>
              <a:rPr lang="en-US" sz="1600" b="0" i="0" u="none" strike="noStrike" cap="none">
                <a:solidFill>
                  <a:srgbClr val="000000"/>
                </a:solidFill>
                <a:latin typeface="Lato"/>
                <a:ea typeface="Lato"/>
                <a:cs typeface="Lato"/>
                <a:sym typeface="Lato"/>
              </a:rPr>
              <a:t> </a:t>
            </a:r>
            <a:r>
              <a:rPr lang="en-US" sz="1600" b="1" i="0" u="none" strike="noStrike" cap="none" err="1">
                <a:solidFill>
                  <a:srgbClr val="000000"/>
                </a:solidFill>
                <a:latin typeface="Lato"/>
                <a:ea typeface="Lato"/>
                <a:cs typeface="Lato"/>
                <a:sym typeface="Lato"/>
              </a:rPr>
              <a:t>region_info</a:t>
            </a:r>
            <a:r>
              <a:rPr lang="en-US" sz="1600" b="0" i="0" u="none" strike="noStrike" cap="none">
                <a:solidFill>
                  <a:srgbClr val="000000"/>
                </a:solidFill>
                <a:latin typeface="Lato"/>
                <a:ea typeface="Lato"/>
                <a:cs typeface="Lato"/>
                <a:sym typeface="Lato"/>
              </a:rPr>
              <a:t>: Id and State </a:t>
            </a:r>
            <a:r>
              <a:rPr lang="en-US" sz="1600" b="1" i="0" u="none" strike="noStrike" cap="none" err="1">
                <a:solidFill>
                  <a:srgbClr val="000000"/>
                </a:solidFill>
                <a:latin typeface="Lato"/>
                <a:ea typeface="Lato"/>
                <a:cs typeface="Lato"/>
                <a:sym typeface="Lato"/>
              </a:rPr>
              <a:t>commodities_info</a:t>
            </a:r>
            <a:r>
              <a:rPr lang="en-US" sz="1600" b="1" i="0" u="none" strike="noStrike" cap="none">
                <a:solidFill>
                  <a:srgbClr val="000000"/>
                </a:solidFill>
                <a:latin typeface="Lato"/>
                <a:ea typeface="Lato"/>
                <a:cs typeface="Lato"/>
                <a:sym typeface="Lato"/>
              </a:rPr>
              <a:t>:</a:t>
            </a:r>
            <a:r>
              <a:rPr lang="en-US" sz="1600" b="0" i="0" u="none" strike="noStrike" cap="none">
                <a:solidFill>
                  <a:srgbClr val="000000"/>
                </a:solidFill>
                <a:latin typeface="Lato"/>
                <a:ea typeface="Lato"/>
                <a:cs typeface="Lato"/>
                <a:sym typeface="Lato"/>
              </a:rPr>
              <a:t> Id and Commodity</a:t>
            </a:r>
            <a:endParaRPr sz="1600" b="0" i="0" u="none" strike="noStrike" cap="none">
              <a:solidFill>
                <a:srgbClr val="000000"/>
              </a:solidFill>
              <a:latin typeface="Lato"/>
              <a:ea typeface="Lato"/>
              <a:cs typeface="Lato"/>
              <a:sym typeface="Lato"/>
            </a:endParaRPr>
          </a:p>
          <a:p>
            <a:pPr marL="0" marR="0" lvl="0" indent="0" algn="l" rtl="0">
              <a:lnSpc>
                <a:spcPct val="150000"/>
              </a:lnSpc>
              <a:spcBef>
                <a:spcPts val="600"/>
              </a:spcBef>
              <a:spcAft>
                <a:spcPts val="0"/>
              </a:spcAft>
              <a:buClr>
                <a:srgbClr val="000000"/>
              </a:buClr>
              <a:buSzPts val="1600"/>
              <a:buFont typeface="Arial"/>
              <a:buNone/>
            </a:pPr>
            <a:r>
              <a:rPr lang="en-US" sz="1600" b="1" i="0" u="none" strike="noStrike" cap="none">
                <a:solidFill>
                  <a:srgbClr val="000000"/>
                </a:solidFill>
                <a:latin typeface="Lato"/>
                <a:ea typeface="Lato"/>
                <a:cs typeface="Lato"/>
                <a:sym typeface="Lato"/>
              </a:rPr>
              <a:t>Expected Output: </a:t>
            </a:r>
            <a:r>
              <a:rPr lang="en-US" sz="1600" b="0" i="0" u="none" strike="noStrike" cap="none">
                <a:solidFill>
                  <a:srgbClr val="000000"/>
                </a:solidFill>
                <a:latin typeface="Lato"/>
                <a:ea typeface="Lato"/>
                <a:cs typeface="Lato"/>
                <a:sym typeface="Lato"/>
              </a:rPr>
              <a:t>commodity;  Expecting only one value as output</a:t>
            </a:r>
            <a:endParaRPr sz="1400" b="0" i="0" u="none" strike="noStrike" cap="none">
              <a:solidFill>
                <a:srgbClr val="000000"/>
              </a:solidFill>
              <a:latin typeface="Arial"/>
              <a:ea typeface="Arial"/>
              <a:cs typeface="Arial"/>
              <a:sym typeface="Arial"/>
            </a:endParaRPr>
          </a:p>
          <a:p>
            <a:pPr marL="341630" marR="0" lvl="0" indent="-341630" algn="l" rtl="0">
              <a:lnSpc>
                <a:spcPct val="150000"/>
              </a:lnSpc>
              <a:spcBef>
                <a:spcPts val="600"/>
              </a:spcBef>
              <a:spcAft>
                <a:spcPts val="0"/>
              </a:spcAft>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1: Join region info and price details using the </a:t>
            </a:r>
            <a:r>
              <a:rPr lang="en-US" sz="1600" b="0" i="0" u="none" strike="noStrike" cap="none" err="1">
                <a:solidFill>
                  <a:srgbClr val="000000"/>
                </a:solidFill>
                <a:latin typeface="Lato"/>
                <a:ea typeface="Lato"/>
                <a:cs typeface="Lato"/>
                <a:sym typeface="Lato"/>
              </a:rPr>
              <a:t>Region_Id</a:t>
            </a:r>
            <a:r>
              <a:rPr lang="en-US" sz="1600" b="0" i="0" u="none" strike="noStrike" cap="none">
                <a:solidFill>
                  <a:srgbClr val="000000"/>
                </a:solidFill>
                <a:latin typeface="Lato"/>
                <a:ea typeface="Lato"/>
                <a:cs typeface="Lato"/>
                <a:sym typeface="Lato"/>
              </a:rPr>
              <a:t> from </a:t>
            </a:r>
            <a:r>
              <a:rPr lang="en-US" sz="1600" b="0" i="0" u="none" strike="noStrike" cap="none" err="1">
                <a:solidFill>
                  <a:srgbClr val="000000"/>
                </a:solidFill>
                <a:latin typeface="Lato"/>
                <a:ea typeface="Lato"/>
                <a:cs typeface="Lato"/>
                <a:sym typeface="Lato"/>
              </a:rPr>
              <a:t>price_details</a:t>
            </a:r>
            <a:r>
              <a:rPr lang="en-US" sz="1600" b="0" i="0" u="none" strike="noStrike" cap="none">
                <a:solidFill>
                  <a:srgbClr val="000000"/>
                </a:solidFill>
                <a:latin typeface="Lato"/>
                <a:ea typeface="Lato"/>
                <a:cs typeface="Lato"/>
                <a:sym typeface="Lato"/>
              </a:rPr>
              <a:t> with Id from </a:t>
            </a:r>
            <a:r>
              <a:rPr lang="en-US" sz="1600" b="0" i="0" u="none" strike="noStrike" cap="none" err="1">
                <a:solidFill>
                  <a:srgbClr val="000000"/>
                </a:solidFill>
                <a:latin typeface="Lato"/>
                <a:ea typeface="Lato"/>
                <a:cs typeface="Lato"/>
                <a:sym typeface="Lato"/>
              </a:rPr>
              <a:t>region_info</a:t>
            </a:r>
            <a:endParaRPr sz="1600" b="0" i="0" u="none" strike="noStrike" cap="none" err="1">
              <a:solidFill>
                <a:srgbClr val="000000"/>
              </a:solidFill>
              <a:latin typeface="Lato"/>
              <a:ea typeface="Lato"/>
              <a:cs typeface="Lato"/>
            </a:endParaRPr>
          </a:p>
          <a:p>
            <a:pPr marL="341630" marR="0" lvl="0" indent="-341630" algn="l" rtl="0">
              <a:lnSpc>
                <a:spcPct val="150000"/>
              </a:lnSpc>
              <a:spcBef>
                <a:spcPts val="600"/>
              </a:spcBef>
              <a:spcAft>
                <a:spcPts val="0"/>
              </a:spcAft>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2: From result of Step 1, perform aggregation – COUNT(Id), group by State; </a:t>
            </a:r>
            <a:endParaRPr sz="1600" b="0" i="0" u="none" strike="noStrike" cap="none">
              <a:solidFill>
                <a:srgbClr val="000000"/>
              </a:solidFill>
              <a:latin typeface="Lato"/>
              <a:ea typeface="Lato"/>
              <a:cs typeface="Lato"/>
            </a:endParaRPr>
          </a:p>
          <a:p>
            <a:pPr marL="341630" marR="0" lvl="0" indent="-341630" algn="l" rtl="0">
              <a:lnSpc>
                <a:spcPct val="150000"/>
              </a:lnSpc>
              <a:spcBef>
                <a:spcPts val="600"/>
              </a:spcBef>
              <a:spcAft>
                <a:spcPts val="0"/>
              </a:spcAft>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3: Sort the result based on the record count computed in Step 2 in ascending order; Filter for the top State</a:t>
            </a:r>
            <a:endParaRPr sz="1400" b="0" i="0" u="none" strike="noStrike" cap="none">
              <a:solidFill>
                <a:srgbClr val="000000"/>
              </a:solidFill>
              <a:latin typeface="Arial"/>
              <a:ea typeface="Arial"/>
              <a:cs typeface="Arial"/>
            </a:endParaRPr>
          </a:p>
          <a:p>
            <a:pPr marL="341630" marR="0" lvl="0" indent="-341630" algn="l" rtl="0">
              <a:lnSpc>
                <a:spcPct val="150000"/>
              </a:lnSpc>
              <a:spcBef>
                <a:spcPts val="600"/>
              </a:spcBef>
              <a:spcAft>
                <a:spcPts val="0"/>
              </a:spcAft>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4:</a:t>
            </a:r>
            <a:r>
              <a:rPr lang="en-US" sz="1600" b="1" i="0" u="none" strike="noStrike" cap="none">
                <a:solidFill>
                  <a:srgbClr val="000000"/>
                </a:solidFill>
                <a:latin typeface="Lato"/>
                <a:ea typeface="Lato"/>
                <a:cs typeface="Lato"/>
                <a:sym typeface="Lato"/>
              </a:rPr>
              <a:t> </a:t>
            </a:r>
            <a:r>
              <a:rPr lang="en-US" sz="1600" b="0" i="0" u="none" strike="noStrike" cap="none">
                <a:solidFill>
                  <a:srgbClr val="000000"/>
                </a:solidFill>
                <a:latin typeface="Lato"/>
                <a:ea typeface="Lato"/>
                <a:cs typeface="Lato"/>
                <a:sym typeface="Lato"/>
              </a:rPr>
              <a:t>Filter for the state identified from Step 3 from the </a:t>
            </a:r>
            <a:r>
              <a:rPr lang="en-US" sz="1600" b="0" i="0" u="none" strike="noStrike" cap="none" err="1">
                <a:solidFill>
                  <a:srgbClr val="000000"/>
                </a:solidFill>
                <a:latin typeface="Lato"/>
                <a:ea typeface="Lato"/>
                <a:cs typeface="Lato"/>
                <a:sym typeface="Lato"/>
              </a:rPr>
              <a:t>price_details</a:t>
            </a:r>
            <a:r>
              <a:rPr lang="en-US" sz="1600" b="0" i="0" u="none" strike="noStrike" cap="none">
                <a:solidFill>
                  <a:srgbClr val="000000"/>
                </a:solidFill>
                <a:latin typeface="Lato"/>
                <a:ea typeface="Lato"/>
                <a:cs typeface="Lato"/>
                <a:sym typeface="Lato"/>
              </a:rPr>
              <a:t> table</a:t>
            </a:r>
            <a:endParaRPr sz="1400" b="0" i="0" u="none" strike="noStrike" cap="none">
              <a:solidFill>
                <a:srgbClr val="000000"/>
              </a:solidFill>
              <a:latin typeface="Arial"/>
              <a:ea typeface="Arial"/>
              <a:cs typeface="Arial"/>
            </a:endParaRPr>
          </a:p>
          <a:p>
            <a:pPr marL="341630" marR="0" lvl="0" indent="-341630" algn="l" rtl="0">
              <a:lnSpc>
                <a:spcPct val="150000"/>
              </a:lnSpc>
              <a:spcBef>
                <a:spcPts val="600"/>
              </a:spcBef>
              <a:spcAft>
                <a:spcPts val="0"/>
              </a:spcAft>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5:</a:t>
            </a:r>
            <a:r>
              <a:rPr lang="en-US" sz="1600" b="1" i="0" u="none" strike="noStrike" cap="none">
                <a:solidFill>
                  <a:srgbClr val="000000"/>
                </a:solidFill>
                <a:latin typeface="Lato"/>
                <a:ea typeface="Lato"/>
                <a:cs typeface="Lato"/>
                <a:sym typeface="Lato"/>
              </a:rPr>
              <a:t> </a:t>
            </a:r>
            <a:r>
              <a:rPr lang="en-US" sz="1600" b="0" i="0" u="none" strike="noStrike" cap="none">
                <a:solidFill>
                  <a:srgbClr val="000000"/>
                </a:solidFill>
                <a:latin typeface="Lato"/>
                <a:ea typeface="Lato"/>
                <a:cs typeface="Lato"/>
                <a:sym typeface="Lato"/>
              </a:rPr>
              <a:t>Aggregation – COUNT(Id), group by </a:t>
            </a:r>
            <a:r>
              <a:rPr lang="en-US" sz="1600" b="0" i="0" u="none" strike="noStrike" cap="none" err="1">
                <a:solidFill>
                  <a:srgbClr val="000000"/>
                </a:solidFill>
                <a:latin typeface="Lato"/>
                <a:ea typeface="Lato"/>
                <a:cs typeface="Lato"/>
                <a:sym typeface="Lato"/>
              </a:rPr>
              <a:t>commodity_id</a:t>
            </a:r>
            <a:r>
              <a:rPr lang="en-US" sz="1600" b="0" i="0" u="none" strike="noStrike" cap="none">
                <a:solidFill>
                  <a:srgbClr val="000000"/>
                </a:solidFill>
                <a:latin typeface="Lato"/>
                <a:ea typeface="Lato"/>
                <a:cs typeface="Lato"/>
                <a:sym typeface="Lato"/>
              </a:rPr>
              <a:t>; Sort in descending order of count </a:t>
            </a:r>
            <a:endParaRPr sz="1400" b="0" i="0" u="none" strike="noStrike" cap="none">
              <a:solidFill>
                <a:srgbClr val="000000"/>
              </a:solidFill>
              <a:latin typeface="Arial"/>
              <a:ea typeface="Arial"/>
              <a:cs typeface="Arial"/>
            </a:endParaRPr>
          </a:p>
          <a:p>
            <a:pPr marL="341630" marR="0" lvl="0" indent="-341630" algn="l" rtl="0">
              <a:lnSpc>
                <a:spcPct val="150000"/>
              </a:lnSpc>
              <a:spcBef>
                <a:spcPts val="600"/>
              </a:spcBef>
              <a:spcAft>
                <a:spcPts val="0"/>
              </a:spcAft>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6: Filter for top 1 value and join with </a:t>
            </a:r>
            <a:r>
              <a:rPr lang="en-US" sz="1600" b="0" i="0" u="none" strike="noStrike" cap="none" err="1">
                <a:solidFill>
                  <a:srgbClr val="000000"/>
                </a:solidFill>
                <a:latin typeface="Lato"/>
                <a:ea typeface="Lato"/>
                <a:cs typeface="Lato"/>
                <a:sym typeface="Lato"/>
              </a:rPr>
              <a:t>commodities_info</a:t>
            </a:r>
            <a:r>
              <a:rPr lang="en-US" sz="1600" b="0" i="0" u="none" strike="noStrike" cap="none">
                <a:solidFill>
                  <a:srgbClr val="000000"/>
                </a:solidFill>
                <a:latin typeface="Lato"/>
                <a:ea typeface="Lato"/>
                <a:cs typeface="Lato"/>
                <a:sym typeface="Lato"/>
              </a:rPr>
              <a:t> to get the commodity name</a:t>
            </a:r>
            <a:endParaRPr sz="1600" b="0" i="0" u="none" strike="noStrike" cap="none">
              <a:solidFill>
                <a:srgbClr val="EE2C3C"/>
              </a:solidFill>
              <a:latin typeface="Lato"/>
              <a:ea typeface="Lato"/>
              <a:cs typeface="La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fade">
                                      <p:cBhvr>
                                        <p:cTn id="7" dur="500"/>
                                        <p:tgtEl>
                                          <p:spTgt spid="15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159"/>
                                        </p:tgtEl>
                                      </p:cBhvr>
                                    </p:animEffect>
                                    <p:set>
                                      <p:cBhvr>
                                        <p:cTn id="12" dur="1" fill="hold">
                                          <p:stCondLst>
                                            <p:cond delay="500"/>
                                          </p:stCondLst>
                                        </p:cTn>
                                        <p:tgtEl>
                                          <p:spTgt spid="159"/>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63"/>
                                        </p:tgtEl>
                                        <p:attrNameLst>
                                          <p:attrName>style.visibility</p:attrName>
                                        </p:attrNameLst>
                                      </p:cBhvr>
                                      <p:to>
                                        <p:strVal val="visible"/>
                                      </p:to>
                                    </p:set>
                                    <p:animEffect transition="in" filter="fade">
                                      <p:cBhvr>
                                        <p:cTn id="16" dur="500"/>
                                        <p:tgtEl>
                                          <p:spTgt spid="163"/>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60"/>
                                        </p:tgtEl>
                                        <p:attrNameLst>
                                          <p:attrName>style.visibility</p:attrName>
                                        </p:attrNameLst>
                                      </p:cBhvr>
                                      <p:to>
                                        <p:strVal val="visible"/>
                                      </p:to>
                                    </p:set>
                                    <p:animEffect transition="in" filter="fade">
                                      <p:cBhvr>
                                        <p:cTn id="20" dur="500"/>
                                        <p:tgtEl>
                                          <p:spTgt spid="160"/>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161">
                                            <p:txEl>
                                              <p:pRg st="0" end="0"/>
                                            </p:txEl>
                                          </p:spTgt>
                                        </p:tgtEl>
                                        <p:attrNameLst>
                                          <p:attrName>style.visibility</p:attrName>
                                        </p:attrNameLst>
                                      </p:cBhvr>
                                      <p:to>
                                        <p:strVal val="visible"/>
                                      </p:to>
                                    </p:set>
                                    <p:animEffect transition="in" filter="fade">
                                      <p:cBhvr>
                                        <p:cTn id="24" dur="500"/>
                                        <p:tgtEl>
                                          <p:spTgt spid="161">
                                            <p:txEl>
                                              <p:pRg st="0" end="0"/>
                                            </p:txEl>
                                          </p:spTgt>
                                        </p:tgtEl>
                                      </p:cBhvr>
                                    </p:animEffect>
                                  </p:childTnLst>
                                </p:cTn>
                              </p:par>
                              <p:par>
                                <p:cTn id="25" presetID="10" presetClass="exit" presetSubtype="0" fill="hold" nodeType="withEffect">
                                  <p:stCondLst>
                                    <p:cond delay="0"/>
                                  </p:stCondLst>
                                  <p:childTnLst>
                                    <p:animEffect transition="out" filter="fade">
                                      <p:cBhvr>
                                        <p:cTn id="26" dur="500"/>
                                        <p:tgtEl>
                                          <p:spTgt spid="163"/>
                                        </p:tgtEl>
                                      </p:cBhvr>
                                    </p:animEffect>
                                    <p:set>
                                      <p:cBhvr>
                                        <p:cTn id="27" dur="1" fill="hold">
                                          <p:stCondLst>
                                            <p:cond delay="500"/>
                                          </p:stCondLst>
                                        </p:cTn>
                                        <p:tgtEl>
                                          <p:spTgt spid="163"/>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29" dur="500"/>
                                        <p:tgtEl>
                                          <p:spTgt spid="160"/>
                                        </p:tgtEl>
                                      </p:cBhvr>
                                    </p:animEffect>
                                    <p:set>
                                      <p:cBhvr>
                                        <p:cTn id="30" dur="1" fill="hold">
                                          <p:stCondLst>
                                            <p:cond delay="500"/>
                                          </p:stCondLst>
                                        </p:cTn>
                                        <p:tgtEl>
                                          <p:spTgt spid="160"/>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32" dur="500"/>
                                        <p:tgtEl>
                                          <p:spTgt spid="161">
                                            <p:txEl>
                                              <p:pRg st="0" end="0"/>
                                            </p:txEl>
                                          </p:spTgt>
                                        </p:tgtEl>
                                      </p:cBhvr>
                                    </p:animEffect>
                                    <p:set>
                                      <p:cBhvr>
                                        <p:cTn id="33" dur="1" fill="hold">
                                          <p:stCondLst>
                                            <p:cond delay="500"/>
                                          </p:stCondLst>
                                        </p:cTn>
                                        <p:tgtEl>
                                          <p:spTgt spid="161">
                                            <p:txEl>
                                              <p:pRg st="0" end="0"/>
                                            </p:txEl>
                                          </p:spTgt>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62"/>
                                        </p:tgtEl>
                                        <p:attrNameLst>
                                          <p:attrName>style.visibility</p:attrName>
                                        </p:attrNameLst>
                                      </p:cBhvr>
                                      <p:to>
                                        <p:strVal val="visible"/>
                                      </p:to>
                                    </p:set>
                                    <p:animEffect transition="in" filter="fade">
                                      <p:cBhvr>
                                        <p:cTn id="38" dur="500"/>
                                        <p:tgtEl>
                                          <p:spTgt spid="162"/>
                                        </p:tgtEl>
                                      </p:cBhvr>
                                    </p:animEffect>
                                  </p:childTnLst>
                                </p:cTn>
                              </p:par>
                              <p:par>
                                <p:cTn id="39" presetID="10" presetClass="exit" presetSubtype="0" fill="hold" nodeType="withEffect">
                                  <p:stCondLst>
                                    <p:cond delay="0"/>
                                  </p:stCondLst>
                                  <p:childTnLst>
                                    <p:animEffect transition="out" filter="fade">
                                      <p:cBhvr>
                                        <p:cTn id="40" dur="500"/>
                                        <p:tgtEl>
                                          <p:spTgt spid="162"/>
                                        </p:tgtEl>
                                      </p:cBhvr>
                                    </p:animEffect>
                                    <p:set>
                                      <p:cBhvr>
                                        <p:cTn id="41" dur="1" fill="hold">
                                          <p:stCondLst>
                                            <p:cond delay="500"/>
                                          </p:stCondLst>
                                        </p:cTn>
                                        <p:tgtEl>
                                          <p:spTgt spid="162"/>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64">
                                            <p:txEl>
                                              <p:pRg st="0" end="0"/>
                                            </p:txEl>
                                          </p:spTgt>
                                        </p:tgtEl>
                                        <p:attrNameLst>
                                          <p:attrName>style.visibility</p:attrName>
                                        </p:attrNameLst>
                                      </p:cBhvr>
                                      <p:to>
                                        <p:strVal val="visible"/>
                                      </p:to>
                                    </p:set>
                                    <p:animEffect transition="in" filter="fade">
                                      <p:cBhvr>
                                        <p:cTn id="46" dur="500"/>
                                        <p:tgtEl>
                                          <p:spTgt spid="164">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64">
                                            <p:txEl>
                                              <p:pRg st="1" end="1"/>
                                            </p:txEl>
                                          </p:spTgt>
                                        </p:tgtEl>
                                        <p:attrNameLst>
                                          <p:attrName>style.visibility</p:attrName>
                                        </p:attrNameLst>
                                      </p:cBhvr>
                                      <p:to>
                                        <p:strVal val="visible"/>
                                      </p:to>
                                    </p:set>
                                    <p:animEffect transition="in" filter="fade">
                                      <p:cBhvr>
                                        <p:cTn id="51" dur="500"/>
                                        <p:tgtEl>
                                          <p:spTgt spid="164">
                                            <p:txEl>
                                              <p:pRg st="1" end="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64">
                                            <p:txEl>
                                              <p:pRg st="2" end="2"/>
                                            </p:txEl>
                                          </p:spTgt>
                                        </p:tgtEl>
                                        <p:attrNameLst>
                                          <p:attrName>style.visibility</p:attrName>
                                        </p:attrNameLst>
                                      </p:cBhvr>
                                      <p:to>
                                        <p:strVal val="visible"/>
                                      </p:to>
                                    </p:set>
                                    <p:animEffect transition="in" filter="fade">
                                      <p:cBhvr>
                                        <p:cTn id="56" dur="500"/>
                                        <p:tgtEl>
                                          <p:spTgt spid="164">
                                            <p:txEl>
                                              <p:pRg st="2" end="2"/>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64">
                                            <p:txEl>
                                              <p:pRg st="3" end="3"/>
                                            </p:txEl>
                                          </p:spTgt>
                                        </p:tgtEl>
                                        <p:attrNameLst>
                                          <p:attrName>style.visibility</p:attrName>
                                        </p:attrNameLst>
                                      </p:cBhvr>
                                      <p:to>
                                        <p:strVal val="visible"/>
                                      </p:to>
                                    </p:set>
                                    <p:animEffect transition="in" filter="fade">
                                      <p:cBhvr>
                                        <p:cTn id="61" dur="500"/>
                                        <p:tgtEl>
                                          <p:spTgt spid="164">
                                            <p:txEl>
                                              <p:pRg st="3" end="3"/>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64">
                                            <p:txEl>
                                              <p:pRg st="4" end="4"/>
                                            </p:txEl>
                                          </p:spTgt>
                                        </p:tgtEl>
                                        <p:attrNameLst>
                                          <p:attrName>style.visibility</p:attrName>
                                        </p:attrNameLst>
                                      </p:cBhvr>
                                      <p:to>
                                        <p:strVal val="visible"/>
                                      </p:to>
                                    </p:set>
                                    <p:animEffect transition="in" filter="fade">
                                      <p:cBhvr>
                                        <p:cTn id="66" dur="500"/>
                                        <p:tgtEl>
                                          <p:spTgt spid="164">
                                            <p:txEl>
                                              <p:pRg st="4" end="4"/>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64">
                                            <p:txEl>
                                              <p:pRg st="5" end="5"/>
                                            </p:txEl>
                                          </p:spTgt>
                                        </p:tgtEl>
                                        <p:attrNameLst>
                                          <p:attrName>style.visibility</p:attrName>
                                        </p:attrNameLst>
                                      </p:cBhvr>
                                      <p:to>
                                        <p:strVal val="visible"/>
                                      </p:to>
                                    </p:set>
                                    <p:animEffect transition="in" filter="fade">
                                      <p:cBhvr>
                                        <p:cTn id="71" dur="500"/>
                                        <p:tgtEl>
                                          <p:spTgt spid="164">
                                            <p:txEl>
                                              <p:pRg st="5" end="5"/>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64">
                                            <p:txEl>
                                              <p:pRg st="6" end="6"/>
                                            </p:txEl>
                                          </p:spTgt>
                                        </p:tgtEl>
                                        <p:attrNameLst>
                                          <p:attrName>style.visibility</p:attrName>
                                        </p:attrNameLst>
                                      </p:cBhvr>
                                      <p:to>
                                        <p:strVal val="visible"/>
                                      </p:to>
                                    </p:set>
                                    <p:animEffect transition="in" filter="fade">
                                      <p:cBhvr>
                                        <p:cTn id="76" dur="500"/>
                                        <p:tgtEl>
                                          <p:spTgt spid="164">
                                            <p:txEl>
                                              <p:pRg st="6" end="6"/>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164">
                                            <p:txEl>
                                              <p:pRg st="7" end="7"/>
                                            </p:txEl>
                                          </p:spTgt>
                                        </p:tgtEl>
                                        <p:attrNameLst>
                                          <p:attrName>style.visibility</p:attrName>
                                        </p:attrNameLst>
                                      </p:cBhvr>
                                      <p:to>
                                        <p:strVal val="visible"/>
                                      </p:to>
                                    </p:set>
                                    <p:animEffect transition="in" filter="fade">
                                      <p:cBhvr>
                                        <p:cTn id="81" dur="500"/>
                                        <p:tgtEl>
                                          <p:spTgt spid="16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41"/>
          <p:cNvSpPr txBox="1"/>
          <p:nvPr/>
        </p:nvSpPr>
        <p:spPr>
          <a:xfrm>
            <a:off x="2069441" y="282002"/>
            <a:ext cx="8318845" cy="52387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Lato"/>
                <a:ea typeface="Lato"/>
                <a:cs typeface="Lato"/>
                <a:sym typeface="Lato"/>
              </a:rPr>
              <a:t>COMMODITIES’ PRICES QUESTIONS</a:t>
            </a:r>
            <a:endParaRPr sz="1400" b="0" i="0" u="none" strike="noStrike" cap="none">
              <a:solidFill>
                <a:srgbClr val="000000"/>
              </a:solidFill>
              <a:latin typeface="Arial"/>
              <a:ea typeface="Arial"/>
              <a:cs typeface="Arial"/>
              <a:sym typeface="Arial"/>
            </a:endParaRPr>
          </a:p>
        </p:txBody>
      </p:sp>
      <p:sp>
        <p:nvSpPr>
          <p:cNvPr id="170" name="Google Shape;170;p41"/>
          <p:cNvSpPr/>
          <p:nvPr/>
        </p:nvSpPr>
        <p:spPr>
          <a:xfrm>
            <a:off x="2328473" y="1035570"/>
            <a:ext cx="6852955" cy="938183"/>
          </a:xfrm>
          <a:prstGeom prst="roundRect">
            <a:avLst>
              <a:gd name="adj" fmla="val 50000"/>
            </a:avLst>
          </a:prstGeom>
          <a:solidFill>
            <a:schemeClr val="lt1"/>
          </a:solidFill>
          <a:ln w="28575" cap="flat" cmpd="sng">
            <a:solidFill>
              <a:srgbClr val="0EC1C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r>
              <a:rPr lang="en-US" sz="1799" b="0" i="0" u="none" strike="noStrike" cap="none">
                <a:solidFill>
                  <a:srgbClr val="FFFFFF"/>
                </a:solidFill>
                <a:latin typeface="Lato"/>
                <a:ea typeface="Lato"/>
                <a:cs typeface="Lato"/>
                <a:sym typeface="Lato"/>
              </a:rPr>
              <a:t>z</a:t>
            </a:r>
            <a:endParaRPr sz="1400" b="0" i="0" u="none" strike="noStrike" cap="none">
              <a:solidFill>
                <a:srgbClr val="000000"/>
              </a:solidFill>
              <a:latin typeface="Arial"/>
              <a:ea typeface="Arial"/>
              <a:cs typeface="Arial"/>
              <a:sym typeface="Arial"/>
            </a:endParaRPr>
          </a:p>
        </p:txBody>
      </p:sp>
      <p:sp>
        <p:nvSpPr>
          <p:cNvPr id="171" name="Google Shape;171;p41"/>
          <p:cNvSpPr/>
          <p:nvPr/>
        </p:nvSpPr>
        <p:spPr>
          <a:xfrm rot="8152625">
            <a:off x="2196437" y="1019876"/>
            <a:ext cx="961594" cy="961594"/>
          </a:xfrm>
          <a:prstGeom prst="teardrop">
            <a:avLst>
              <a:gd name="adj" fmla="val 100000"/>
            </a:avLst>
          </a:prstGeom>
          <a:solidFill>
            <a:srgbClr val="0EC1C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799"/>
              <a:buFont typeface="Arial"/>
              <a:buNone/>
            </a:pPr>
            <a:endParaRPr sz="1799" b="0" i="0" u="none" strike="noStrike" cap="none">
              <a:solidFill>
                <a:srgbClr val="FFFFFF"/>
              </a:solidFill>
              <a:latin typeface="Lato"/>
              <a:ea typeface="Lato"/>
              <a:cs typeface="Lato"/>
              <a:sym typeface="Lato"/>
            </a:endParaRPr>
          </a:p>
        </p:txBody>
      </p:sp>
      <p:sp>
        <p:nvSpPr>
          <p:cNvPr id="172" name="Google Shape;172;p41"/>
          <p:cNvSpPr txBox="1"/>
          <p:nvPr/>
        </p:nvSpPr>
        <p:spPr>
          <a:xfrm>
            <a:off x="3263703" y="1018042"/>
            <a:ext cx="59304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200"/>
              </a:spcBef>
              <a:spcAft>
                <a:spcPts val="200"/>
              </a:spcAft>
              <a:buClr>
                <a:srgbClr val="000000"/>
              </a:buClr>
              <a:buSzPts val="1600"/>
              <a:buFont typeface="Arial"/>
              <a:buNone/>
            </a:pPr>
            <a:r>
              <a:rPr lang="en-US" sz="1600" b="0" i="0" u="none" strike="noStrike" cap="none">
                <a:solidFill>
                  <a:srgbClr val="000000"/>
                </a:solidFill>
                <a:latin typeface="Lato"/>
                <a:ea typeface="Lato"/>
                <a:cs typeface="Lato"/>
                <a:sym typeface="Lato"/>
              </a:rPr>
              <a:t>What is the price variation of commodities for each city from Jan 2019 to Dec 2020. Which commodity has seen the highest price variation and in which city?</a:t>
            </a:r>
            <a:endParaRPr sz="1400" b="0" i="0" u="none" strike="noStrike" cap="none">
              <a:solidFill>
                <a:srgbClr val="000000"/>
              </a:solidFill>
              <a:latin typeface="Arial"/>
              <a:ea typeface="Arial"/>
              <a:cs typeface="Arial"/>
              <a:sym typeface="Arial"/>
            </a:endParaRPr>
          </a:p>
        </p:txBody>
      </p:sp>
      <p:sp>
        <p:nvSpPr>
          <p:cNvPr id="173" name="Google Shape;173;p41"/>
          <p:cNvSpPr txBox="1"/>
          <p:nvPr/>
        </p:nvSpPr>
        <p:spPr>
          <a:xfrm>
            <a:off x="2194229" y="1174278"/>
            <a:ext cx="966010" cy="6462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rgbClr val="FFFFFF"/>
                </a:solidFill>
                <a:latin typeface="Lato"/>
                <a:ea typeface="Lato"/>
                <a:cs typeface="Lato"/>
                <a:sym typeface="Lato"/>
              </a:rPr>
              <a:t>5</a:t>
            </a:r>
            <a:endParaRPr sz="3600" b="1" i="0" u="none" strike="noStrike" cap="none">
              <a:solidFill>
                <a:srgbClr val="FFFFFF"/>
              </a:solidFill>
              <a:latin typeface="Lato"/>
              <a:ea typeface="Lato"/>
              <a:cs typeface="Lato"/>
              <a:sym typeface="Lato"/>
            </a:endParaRPr>
          </a:p>
        </p:txBody>
      </p:sp>
      <p:sp>
        <p:nvSpPr>
          <p:cNvPr id="174" name="Google Shape;174;p41"/>
          <p:cNvSpPr txBox="1"/>
          <p:nvPr/>
        </p:nvSpPr>
        <p:spPr>
          <a:xfrm>
            <a:off x="1206500" y="2112461"/>
            <a:ext cx="9779100" cy="45714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1" i="0" u="none" strike="noStrike" cap="none">
                <a:solidFill>
                  <a:srgbClr val="000000"/>
                </a:solidFill>
                <a:latin typeface="Lato"/>
                <a:ea typeface="Lato"/>
                <a:cs typeface="Lato"/>
                <a:sym typeface="Lato"/>
              </a:rPr>
              <a:t>Input: price_details: </a:t>
            </a:r>
            <a:r>
              <a:rPr lang="en-US" sz="1600" b="0" i="0" u="none" strike="noStrike" cap="none">
                <a:solidFill>
                  <a:srgbClr val="000000"/>
                </a:solidFill>
                <a:latin typeface="Lato"/>
                <a:ea typeface="Lato"/>
                <a:cs typeface="Lato"/>
                <a:sym typeface="Lato"/>
              </a:rPr>
              <a:t>Id, region_id, commodity_id, date </a:t>
            </a:r>
            <a:r>
              <a:rPr lang="en-US" sz="1600" b="1" i="0" u="none" strike="noStrike" cap="none">
                <a:solidFill>
                  <a:srgbClr val="000000"/>
                </a:solidFill>
                <a:latin typeface="Lato"/>
                <a:ea typeface="Lato"/>
                <a:cs typeface="Lato"/>
                <a:sym typeface="Lato"/>
              </a:rPr>
              <a:t>region_info</a:t>
            </a:r>
            <a:r>
              <a:rPr lang="en-US" sz="1600" b="0" i="0" u="none" strike="noStrike" cap="none">
                <a:solidFill>
                  <a:srgbClr val="000000"/>
                </a:solidFill>
                <a:latin typeface="Lato"/>
                <a:ea typeface="Lato"/>
                <a:cs typeface="Lato"/>
                <a:sym typeface="Lato"/>
              </a:rPr>
              <a:t>: Id and City </a:t>
            </a:r>
            <a:r>
              <a:rPr lang="en-US" sz="1600" b="1" i="0" u="none" strike="noStrike" cap="none">
                <a:solidFill>
                  <a:srgbClr val="000000"/>
                </a:solidFill>
                <a:latin typeface="Lato"/>
                <a:ea typeface="Lato"/>
                <a:cs typeface="Lato"/>
                <a:sym typeface="Lato"/>
              </a:rPr>
              <a:t>commodities_info:</a:t>
            </a:r>
            <a:r>
              <a:rPr lang="en-US" sz="1600" b="0" i="0" u="none" strike="noStrike" cap="none">
                <a:solidFill>
                  <a:srgbClr val="000000"/>
                </a:solidFill>
                <a:latin typeface="Lato"/>
                <a:ea typeface="Lato"/>
                <a:cs typeface="Lato"/>
                <a:sym typeface="Lato"/>
              </a:rPr>
              <a:t> Id and Commodity</a:t>
            </a:r>
            <a:endParaRPr sz="1600" b="0" i="0" u="none" strike="noStrike" cap="none">
              <a:solidFill>
                <a:srgbClr val="000000"/>
              </a:solidFill>
              <a:latin typeface="Lato"/>
              <a:ea typeface="Lato"/>
              <a:cs typeface="Lato"/>
              <a:sym typeface="Lato"/>
            </a:endParaRPr>
          </a:p>
          <a:p>
            <a:pPr marL="0" marR="0" lvl="0" indent="0" algn="l" rtl="0">
              <a:lnSpc>
                <a:spcPct val="150000"/>
              </a:lnSpc>
              <a:spcBef>
                <a:spcPts val="600"/>
              </a:spcBef>
              <a:spcAft>
                <a:spcPts val="0"/>
              </a:spcAft>
              <a:buClr>
                <a:srgbClr val="000000"/>
              </a:buClr>
              <a:buSzPts val="1600"/>
              <a:buFont typeface="Arial"/>
              <a:buNone/>
            </a:pPr>
            <a:r>
              <a:rPr lang="en-US" sz="1600" b="1" i="0" u="none" strike="noStrike" cap="none">
                <a:solidFill>
                  <a:srgbClr val="000000"/>
                </a:solidFill>
                <a:latin typeface="Lato"/>
                <a:ea typeface="Lato"/>
                <a:cs typeface="Lato"/>
                <a:sym typeface="Lato"/>
              </a:rPr>
              <a:t>Expected Output: </a:t>
            </a:r>
            <a:r>
              <a:rPr lang="en-US" sz="1600" b="0" i="0" u="none" strike="noStrike" cap="none">
                <a:solidFill>
                  <a:srgbClr val="000000"/>
                </a:solidFill>
                <a:latin typeface="Lato"/>
                <a:ea typeface="Lato"/>
                <a:cs typeface="Lato"/>
                <a:sym typeface="Lato"/>
              </a:rPr>
              <a:t>Commodity | city | Start Price | End Price | Variation absolute | Variation Percentage;  Sort in descending order of variation %</a:t>
            </a:r>
            <a:endParaRPr sz="1400" b="0" i="0" u="none" strike="noStrike" cap="none">
              <a:solidFill>
                <a:srgbClr val="000000"/>
              </a:solidFill>
              <a:latin typeface="Arial"/>
              <a:ea typeface="Arial"/>
              <a:cs typeface="Arial"/>
              <a:sym typeface="Arial"/>
            </a:endParaRPr>
          </a:p>
          <a:p>
            <a:pPr marL="342000" marR="0" lvl="0" indent="-342000" algn="l" rtl="0">
              <a:lnSpc>
                <a:spcPct val="150000"/>
              </a:lnSpc>
              <a:spcBef>
                <a:spcPts val="600"/>
              </a:spcBef>
              <a:spcAft>
                <a:spcPts val="0"/>
              </a:spcAft>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1: Filter for Jan 2019 from </a:t>
            </a:r>
            <a:r>
              <a:rPr lang="en-US" sz="1600" b="1" i="0" u="none" strike="noStrike" cap="none">
                <a:solidFill>
                  <a:srgbClr val="000000"/>
                </a:solidFill>
                <a:latin typeface="Lato"/>
                <a:ea typeface="Lato"/>
                <a:cs typeface="Lato"/>
                <a:sym typeface="Lato"/>
              </a:rPr>
              <a:t>Date </a:t>
            </a:r>
            <a:r>
              <a:rPr lang="en-US" sz="1600" b="0" i="0" u="none" strike="noStrike" cap="none">
                <a:solidFill>
                  <a:srgbClr val="000000"/>
                </a:solidFill>
                <a:latin typeface="Lato"/>
                <a:ea typeface="Lato"/>
                <a:cs typeface="Lato"/>
                <a:sym typeface="Lato"/>
              </a:rPr>
              <a:t>column of the price_details table</a:t>
            </a:r>
            <a:endParaRPr sz="1600" b="0" i="0" u="none" strike="noStrike" cap="none">
              <a:solidFill>
                <a:srgbClr val="000000"/>
              </a:solidFill>
              <a:latin typeface="Lato"/>
              <a:ea typeface="Lato"/>
              <a:cs typeface="Lato"/>
              <a:sym typeface="Lato"/>
            </a:endParaRPr>
          </a:p>
          <a:p>
            <a:pPr marL="342000" marR="0" lvl="0" indent="-342000" algn="l" rtl="0">
              <a:lnSpc>
                <a:spcPct val="150000"/>
              </a:lnSpc>
              <a:spcBef>
                <a:spcPts val="600"/>
              </a:spcBef>
              <a:spcAft>
                <a:spcPts val="0"/>
              </a:spcAft>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2: Filter for Dec 2020 from </a:t>
            </a:r>
            <a:r>
              <a:rPr lang="en-US" sz="1600" b="1" i="0" u="none" strike="noStrike" cap="none">
                <a:solidFill>
                  <a:srgbClr val="000000"/>
                </a:solidFill>
                <a:latin typeface="Lato"/>
                <a:ea typeface="Lato"/>
                <a:cs typeface="Lato"/>
                <a:sym typeface="Lato"/>
              </a:rPr>
              <a:t>Date </a:t>
            </a:r>
            <a:r>
              <a:rPr lang="en-US" sz="1600" b="0" i="0" u="none" strike="noStrike" cap="none">
                <a:solidFill>
                  <a:srgbClr val="000000"/>
                </a:solidFill>
                <a:latin typeface="Lato"/>
                <a:ea typeface="Lato"/>
                <a:cs typeface="Lato"/>
                <a:sym typeface="Lato"/>
              </a:rPr>
              <a:t>column of the price_details table</a:t>
            </a:r>
            <a:endParaRPr sz="1600" b="0" i="0" u="none" strike="noStrike" cap="none">
              <a:solidFill>
                <a:srgbClr val="000000"/>
              </a:solidFill>
              <a:latin typeface="Lato"/>
              <a:ea typeface="Lato"/>
              <a:cs typeface="Lato"/>
              <a:sym typeface="Lato"/>
            </a:endParaRPr>
          </a:p>
          <a:p>
            <a:pPr marL="342000" marR="0" lvl="0" indent="-342000" algn="l" rtl="0">
              <a:lnSpc>
                <a:spcPct val="150000"/>
              </a:lnSpc>
              <a:spcBef>
                <a:spcPts val="600"/>
              </a:spcBef>
              <a:spcAft>
                <a:spcPts val="0"/>
              </a:spcAft>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3: Do an inner join between the results from Step 1 and Step 2 on region_id and commodity id</a:t>
            </a:r>
            <a:endParaRPr sz="1400" b="0" i="0" u="none" strike="noStrike" cap="none">
              <a:solidFill>
                <a:srgbClr val="000000"/>
              </a:solidFill>
              <a:latin typeface="Arial"/>
              <a:ea typeface="Arial"/>
              <a:cs typeface="Arial"/>
              <a:sym typeface="Arial"/>
            </a:endParaRPr>
          </a:p>
          <a:p>
            <a:pPr marL="342000" marR="0" lvl="0" indent="-342000" algn="l" rtl="0">
              <a:lnSpc>
                <a:spcPct val="150000"/>
              </a:lnSpc>
              <a:spcBef>
                <a:spcPts val="600"/>
              </a:spcBef>
              <a:spcAft>
                <a:spcPts val="0"/>
              </a:spcAft>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4: Name the price from Step 1 result as Start Price and Step 2 result as End Price</a:t>
            </a:r>
            <a:endParaRPr sz="1600" b="0" i="0" u="none" strike="noStrike" cap="none">
              <a:solidFill>
                <a:srgbClr val="000000"/>
              </a:solidFill>
              <a:latin typeface="Lato"/>
              <a:ea typeface="Lato"/>
              <a:cs typeface="Lato"/>
              <a:sym typeface="Lato"/>
            </a:endParaRPr>
          </a:p>
          <a:p>
            <a:pPr marL="342000" marR="0" lvl="0" indent="-342000" algn="l" rtl="0">
              <a:lnSpc>
                <a:spcPct val="150000"/>
              </a:lnSpc>
              <a:spcBef>
                <a:spcPts val="600"/>
              </a:spcBef>
              <a:spcAft>
                <a:spcPts val="0"/>
              </a:spcAft>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5:</a:t>
            </a:r>
            <a:r>
              <a:rPr lang="en-US" sz="1600" b="1" i="0" u="none" strike="noStrike" cap="none">
                <a:solidFill>
                  <a:srgbClr val="000000"/>
                </a:solidFill>
                <a:latin typeface="Lato"/>
                <a:ea typeface="Lato"/>
                <a:cs typeface="Lato"/>
                <a:sym typeface="Lato"/>
              </a:rPr>
              <a:t> </a:t>
            </a:r>
            <a:r>
              <a:rPr lang="en-US" sz="1600" b="0" i="0" u="none" strike="noStrike" cap="none">
                <a:solidFill>
                  <a:srgbClr val="000000"/>
                </a:solidFill>
                <a:latin typeface="Lato"/>
                <a:ea typeface="Lato"/>
                <a:cs typeface="Lato"/>
                <a:sym typeface="Lato"/>
              </a:rPr>
              <a:t>Calculate Variations in absolute and percentage; Sort the final table in descending order of Variation Percentage</a:t>
            </a:r>
            <a:endParaRPr sz="1400" b="0" i="0" u="none" strike="noStrike" cap="none">
              <a:solidFill>
                <a:srgbClr val="000000"/>
              </a:solidFill>
              <a:latin typeface="Arial"/>
              <a:ea typeface="Arial"/>
              <a:cs typeface="Arial"/>
              <a:sym typeface="Arial"/>
            </a:endParaRPr>
          </a:p>
          <a:p>
            <a:pPr marL="342000" marR="0" lvl="0" indent="-342000" algn="l" rtl="0">
              <a:lnSpc>
                <a:spcPct val="150000"/>
              </a:lnSpc>
              <a:spcBef>
                <a:spcPts val="600"/>
              </a:spcBef>
              <a:spcAft>
                <a:spcPts val="0"/>
              </a:spcAft>
              <a:buClr>
                <a:srgbClr val="EE2C3C"/>
              </a:buClr>
              <a:buSzPts val="1600"/>
              <a:buFont typeface="Noto Sans Symbols"/>
              <a:buChar char="🞆"/>
            </a:pPr>
            <a:r>
              <a:rPr lang="en-US" sz="1600" b="0" i="0" u="none" strike="noStrike" cap="none">
                <a:solidFill>
                  <a:srgbClr val="000000"/>
                </a:solidFill>
                <a:latin typeface="Lato"/>
                <a:ea typeface="Lato"/>
                <a:cs typeface="Lato"/>
                <a:sym typeface="Lato"/>
              </a:rPr>
              <a:t>Step 6: Filter for 1</a:t>
            </a:r>
            <a:r>
              <a:rPr lang="en-US" sz="1600" b="0" i="0" u="none" strike="noStrike" cap="none" baseline="30000">
                <a:solidFill>
                  <a:srgbClr val="000000"/>
                </a:solidFill>
                <a:latin typeface="Lato"/>
                <a:ea typeface="Lato"/>
                <a:cs typeface="Lato"/>
                <a:sym typeface="Lato"/>
              </a:rPr>
              <a:t>st</a:t>
            </a:r>
            <a:r>
              <a:rPr lang="en-US" sz="1600" b="0" i="0" u="none" strike="noStrike" cap="none">
                <a:solidFill>
                  <a:srgbClr val="000000"/>
                </a:solidFill>
                <a:latin typeface="Lato"/>
                <a:ea typeface="Lato"/>
                <a:cs typeface="Lato"/>
                <a:sym typeface="Lato"/>
              </a:rPr>
              <a:t> record and join with </a:t>
            </a:r>
            <a:r>
              <a:rPr lang="en-US" sz="1600" b="1" i="0" u="none" strike="noStrike" cap="none">
                <a:solidFill>
                  <a:srgbClr val="000000"/>
                </a:solidFill>
                <a:latin typeface="Lato"/>
                <a:ea typeface="Lato"/>
                <a:cs typeface="Lato"/>
                <a:sym typeface="Lato"/>
              </a:rPr>
              <a:t>region_info</a:t>
            </a:r>
            <a:r>
              <a:rPr lang="en-US" sz="1600" b="0" i="0" u="none" strike="noStrike" cap="none">
                <a:solidFill>
                  <a:srgbClr val="000000"/>
                </a:solidFill>
                <a:latin typeface="Lato"/>
                <a:ea typeface="Lato"/>
                <a:cs typeface="Lato"/>
                <a:sym typeface="Lato"/>
              </a:rPr>
              <a:t>, </a:t>
            </a:r>
            <a:r>
              <a:rPr lang="en-US" sz="1600" b="1" i="0" u="none" strike="noStrike" cap="none">
                <a:solidFill>
                  <a:srgbClr val="000000"/>
                </a:solidFill>
                <a:latin typeface="Lato"/>
                <a:ea typeface="Lato"/>
                <a:cs typeface="Lato"/>
                <a:sym typeface="Lato"/>
              </a:rPr>
              <a:t>commodities_info </a:t>
            </a:r>
            <a:r>
              <a:rPr lang="en-US" sz="1600" b="0" i="0" u="none" strike="noStrike" cap="none">
                <a:solidFill>
                  <a:srgbClr val="000000"/>
                </a:solidFill>
                <a:latin typeface="Lato"/>
                <a:ea typeface="Lato"/>
                <a:cs typeface="Lato"/>
                <a:sym typeface="Lato"/>
              </a:rPr>
              <a:t>to get city and commodity name</a:t>
            </a:r>
            <a:endParaRPr sz="1600" b="0" i="0" u="none" strike="noStrike" cap="none">
              <a:solidFill>
                <a:srgbClr val="EE2C3C"/>
              </a:solidFill>
              <a:latin typeface="Lato"/>
              <a:ea typeface="Lato"/>
              <a:cs typeface="Lato"/>
              <a:sym typeface="La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9"/>
                                        </p:tgtEl>
                                        <p:attrNameLst>
                                          <p:attrName>style.visibility</p:attrName>
                                        </p:attrNameLst>
                                      </p:cBhvr>
                                      <p:to>
                                        <p:strVal val="visible"/>
                                      </p:to>
                                    </p:set>
                                    <p:animEffect transition="in" filter="fade">
                                      <p:cBhvr>
                                        <p:cTn id="7" dur="500"/>
                                        <p:tgtEl>
                                          <p:spTgt spid="1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1"/>
                                        </p:tgtEl>
                                        <p:attrNameLst>
                                          <p:attrName>style.visibility</p:attrName>
                                        </p:attrNameLst>
                                      </p:cBhvr>
                                      <p:to>
                                        <p:strVal val="visible"/>
                                      </p:to>
                                    </p:set>
                                    <p:animEffect transition="in" filter="fade">
                                      <p:cBhvr>
                                        <p:cTn id="12" dur="500"/>
                                        <p:tgtEl>
                                          <p:spTgt spid="17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169"/>
                                        </p:tgtEl>
                                      </p:cBhvr>
                                    </p:animEffect>
                                    <p:set>
                                      <p:cBhvr>
                                        <p:cTn id="17" dur="1" fill="hold">
                                          <p:stCondLst>
                                            <p:cond delay="500"/>
                                          </p:stCondLst>
                                        </p:cTn>
                                        <p:tgtEl>
                                          <p:spTgt spid="169"/>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500"/>
                                        <p:tgtEl>
                                          <p:spTgt spid="171"/>
                                        </p:tgtEl>
                                      </p:cBhvr>
                                    </p:animEffect>
                                    <p:set>
                                      <p:cBhvr>
                                        <p:cTn id="20" dur="1" fill="hold">
                                          <p:stCondLst>
                                            <p:cond delay="500"/>
                                          </p:stCondLst>
                                        </p:cTn>
                                        <p:tgtEl>
                                          <p:spTgt spid="171"/>
                                        </p:tgtEl>
                                        <p:attrNameLst>
                                          <p:attrName>style.visibility</p:attrName>
                                        </p:attrNameLst>
                                      </p:cBhvr>
                                      <p:to>
                                        <p:strVal val="hidden"/>
                                      </p:to>
                                    </p:se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173"/>
                                        </p:tgtEl>
                                        <p:attrNameLst>
                                          <p:attrName>style.visibility</p:attrName>
                                        </p:attrNameLst>
                                      </p:cBhvr>
                                      <p:to>
                                        <p:strVal val="visible"/>
                                      </p:to>
                                    </p:set>
                                    <p:animEffect transition="in" filter="fade">
                                      <p:cBhvr>
                                        <p:cTn id="24" dur="500"/>
                                        <p:tgtEl>
                                          <p:spTgt spid="173"/>
                                        </p:tgtEl>
                                      </p:cBhvr>
                                    </p:animEffect>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170"/>
                                        </p:tgtEl>
                                        <p:attrNameLst>
                                          <p:attrName>style.visibility</p:attrName>
                                        </p:attrNameLst>
                                      </p:cBhvr>
                                      <p:to>
                                        <p:strVal val="visible"/>
                                      </p:to>
                                    </p:set>
                                    <p:animEffect transition="in" filter="fade">
                                      <p:cBhvr>
                                        <p:cTn id="28" dur="500"/>
                                        <p:tgtEl>
                                          <p:spTgt spid="170"/>
                                        </p:tgtEl>
                                      </p:cBhvr>
                                    </p:animEffect>
                                  </p:childTnLst>
                                </p:cTn>
                              </p:par>
                            </p:childTnLst>
                          </p:cTn>
                        </p:par>
                        <p:par>
                          <p:cTn id="29" fill="hold">
                            <p:stCondLst>
                              <p:cond delay="1500"/>
                            </p:stCondLst>
                            <p:childTnLst>
                              <p:par>
                                <p:cTn id="30" presetID="10" presetClass="entr" presetSubtype="0" fill="hold" nodeType="afterEffect">
                                  <p:stCondLst>
                                    <p:cond delay="0"/>
                                  </p:stCondLst>
                                  <p:childTnLst>
                                    <p:set>
                                      <p:cBhvr>
                                        <p:cTn id="31" dur="1" fill="hold">
                                          <p:stCondLst>
                                            <p:cond delay="0"/>
                                          </p:stCondLst>
                                        </p:cTn>
                                        <p:tgtEl>
                                          <p:spTgt spid="172">
                                            <p:txEl>
                                              <p:pRg st="0" end="0"/>
                                            </p:txEl>
                                          </p:spTgt>
                                        </p:tgtEl>
                                        <p:attrNameLst>
                                          <p:attrName>style.visibility</p:attrName>
                                        </p:attrNameLst>
                                      </p:cBhvr>
                                      <p:to>
                                        <p:strVal val="visible"/>
                                      </p:to>
                                    </p:set>
                                    <p:animEffect transition="in" filter="fade">
                                      <p:cBhvr>
                                        <p:cTn id="32" dur="500"/>
                                        <p:tgtEl>
                                          <p:spTgt spid="172">
                                            <p:txEl>
                                              <p:pRg st="0" end="0"/>
                                            </p:txEl>
                                          </p:spTgt>
                                        </p:tgtEl>
                                      </p:cBhvr>
                                    </p:animEffect>
                                  </p:childTnLst>
                                </p:cTn>
                              </p:par>
                              <p:par>
                                <p:cTn id="33" presetID="10" presetClass="exit" presetSubtype="0" fill="hold" nodeType="withEffect">
                                  <p:stCondLst>
                                    <p:cond delay="0"/>
                                  </p:stCondLst>
                                  <p:childTnLst>
                                    <p:animEffect transition="out" filter="fade">
                                      <p:cBhvr>
                                        <p:cTn id="34" dur="500"/>
                                        <p:tgtEl>
                                          <p:spTgt spid="173"/>
                                        </p:tgtEl>
                                      </p:cBhvr>
                                    </p:animEffect>
                                    <p:set>
                                      <p:cBhvr>
                                        <p:cTn id="35" dur="1" fill="hold">
                                          <p:stCondLst>
                                            <p:cond delay="500"/>
                                          </p:stCondLst>
                                        </p:cTn>
                                        <p:tgtEl>
                                          <p:spTgt spid="173"/>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500"/>
                                        <p:tgtEl>
                                          <p:spTgt spid="170"/>
                                        </p:tgtEl>
                                      </p:cBhvr>
                                    </p:animEffect>
                                    <p:set>
                                      <p:cBhvr>
                                        <p:cTn id="38" dur="1" fill="hold">
                                          <p:stCondLst>
                                            <p:cond delay="500"/>
                                          </p:stCondLst>
                                        </p:cTn>
                                        <p:tgtEl>
                                          <p:spTgt spid="170"/>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500"/>
                                        <p:tgtEl>
                                          <p:spTgt spid="172">
                                            <p:txEl>
                                              <p:pRg st="0" end="0"/>
                                            </p:txEl>
                                          </p:spTgt>
                                        </p:tgtEl>
                                      </p:cBhvr>
                                    </p:animEffect>
                                    <p:set>
                                      <p:cBhvr>
                                        <p:cTn id="41" dur="1" fill="hold">
                                          <p:stCondLst>
                                            <p:cond delay="500"/>
                                          </p:stCondLst>
                                        </p:cTn>
                                        <p:tgtEl>
                                          <p:spTgt spid="172">
                                            <p:txEl>
                                              <p:pRg st="0" end="0"/>
                                            </p:txEl>
                                          </p:spTgt>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74">
                                            <p:txEl>
                                              <p:pRg st="0" end="0"/>
                                            </p:txEl>
                                          </p:spTgt>
                                        </p:tgtEl>
                                        <p:attrNameLst>
                                          <p:attrName>style.visibility</p:attrName>
                                        </p:attrNameLst>
                                      </p:cBhvr>
                                      <p:to>
                                        <p:strVal val="visible"/>
                                      </p:to>
                                    </p:set>
                                    <p:animEffect transition="in" filter="fade">
                                      <p:cBhvr>
                                        <p:cTn id="46" dur="500"/>
                                        <p:tgtEl>
                                          <p:spTgt spid="174">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74">
                                            <p:txEl>
                                              <p:pRg st="1" end="1"/>
                                            </p:txEl>
                                          </p:spTgt>
                                        </p:tgtEl>
                                        <p:attrNameLst>
                                          <p:attrName>style.visibility</p:attrName>
                                        </p:attrNameLst>
                                      </p:cBhvr>
                                      <p:to>
                                        <p:strVal val="visible"/>
                                      </p:to>
                                    </p:set>
                                    <p:animEffect transition="in" filter="fade">
                                      <p:cBhvr>
                                        <p:cTn id="51" dur="500"/>
                                        <p:tgtEl>
                                          <p:spTgt spid="174">
                                            <p:txEl>
                                              <p:pRg st="1" end="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74">
                                            <p:txEl>
                                              <p:pRg st="2" end="2"/>
                                            </p:txEl>
                                          </p:spTgt>
                                        </p:tgtEl>
                                        <p:attrNameLst>
                                          <p:attrName>style.visibility</p:attrName>
                                        </p:attrNameLst>
                                      </p:cBhvr>
                                      <p:to>
                                        <p:strVal val="visible"/>
                                      </p:to>
                                    </p:set>
                                    <p:animEffect transition="in" filter="fade">
                                      <p:cBhvr>
                                        <p:cTn id="56" dur="500"/>
                                        <p:tgtEl>
                                          <p:spTgt spid="174">
                                            <p:txEl>
                                              <p:pRg st="2" end="2"/>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74">
                                            <p:txEl>
                                              <p:pRg st="3" end="3"/>
                                            </p:txEl>
                                          </p:spTgt>
                                        </p:tgtEl>
                                        <p:attrNameLst>
                                          <p:attrName>style.visibility</p:attrName>
                                        </p:attrNameLst>
                                      </p:cBhvr>
                                      <p:to>
                                        <p:strVal val="visible"/>
                                      </p:to>
                                    </p:set>
                                    <p:animEffect transition="in" filter="fade">
                                      <p:cBhvr>
                                        <p:cTn id="61" dur="500"/>
                                        <p:tgtEl>
                                          <p:spTgt spid="174">
                                            <p:txEl>
                                              <p:pRg st="3" end="3"/>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74">
                                            <p:txEl>
                                              <p:pRg st="4" end="4"/>
                                            </p:txEl>
                                          </p:spTgt>
                                        </p:tgtEl>
                                        <p:attrNameLst>
                                          <p:attrName>style.visibility</p:attrName>
                                        </p:attrNameLst>
                                      </p:cBhvr>
                                      <p:to>
                                        <p:strVal val="visible"/>
                                      </p:to>
                                    </p:set>
                                    <p:animEffect transition="in" filter="fade">
                                      <p:cBhvr>
                                        <p:cTn id="66" dur="500"/>
                                        <p:tgtEl>
                                          <p:spTgt spid="174">
                                            <p:txEl>
                                              <p:pRg st="4" end="4"/>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74">
                                            <p:txEl>
                                              <p:pRg st="5" end="5"/>
                                            </p:txEl>
                                          </p:spTgt>
                                        </p:tgtEl>
                                        <p:attrNameLst>
                                          <p:attrName>style.visibility</p:attrName>
                                        </p:attrNameLst>
                                      </p:cBhvr>
                                      <p:to>
                                        <p:strVal val="visible"/>
                                      </p:to>
                                    </p:set>
                                    <p:animEffect transition="in" filter="fade">
                                      <p:cBhvr>
                                        <p:cTn id="71" dur="500"/>
                                        <p:tgtEl>
                                          <p:spTgt spid="174">
                                            <p:txEl>
                                              <p:pRg st="5" end="5"/>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74">
                                            <p:txEl>
                                              <p:pRg st="6" end="6"/>
                                            </p:txEl>
                                          </p:spTgt>
                                        </p:tgtEl>
                                        <p:attrNameLst>
                                          <p:attrName>style.visibility</p:attrName>
                                        </p:attrNameLst>
                                      </p:cBhvr>
                                      <p:to>
                                        <p:strVal val="visible"/>
                                      </p:to>
                                    </p:set>
                                    <p:animEffect transition="in" filter="fade">
                                      <p:cBhvr>
                                        <p:cTn id="76" dur="500"/>
                                        <p:tgtEl>
                                          <p:spTgt spid="174">
                                            <p:txEl>
                                              <p:pRg st="6" end="6"/>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174">
                                            <p:txEl>
                                              <p:pRg st="7" end="7"/>
                                            </p:txEl>
                                          </p:spTgt>
                                        </p:tgtEl>
                                        <p:attrNameLst>
                                          <p:attrName>style.visibility</p:attrName>
                                        </p:attrNameLst>
                                      </p:cBhvr>
                                      <p:to>
                                        <p:strVal val="visible"/>
                                      </p:to>
                                    </p:set>
                                    <p:animEffect transition="in" filter="fade">
                                      <p:cBhvr>
                                        <p:cTn id="81" dur="500"/>
                                        <p:tgtEl>
                                          <p:spTgt spid="17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wiss">
  <a:themeElements>
    <a:clrScheme name="UpGrad">
      <a:dk1>
        <a:srgbClr val="000000"/>
      </a:dk1>
      <a:lt1>
        <a:srgbClr val="FFFFFF"/>
      </a:lt1>
      <a:dk2>
        <a:srgbClr val="EE2C3C"/>
      </a:dk2>
      <a:lt2>
        <a:srgbClr val="E7E6E6"/>
      </a:lt2>
      <a:accent1>
        <a:srgbClr val="F4AB35"/>
      </a:accent1>
      <a:accent2>
        <a:srgbClr val="4890E4"/>
      </a:accent2>
      <a:accent3>
        <a:srgbClr val="5A5A5A"/>
      </a:accent3>
      <a:accent4>
        <a:srgbClr val="23AE73"/>
      </a:accent4>
      <a:accent5>
        <a:srgbClr val="0EC1C1"/>
      </a:accent5>
      <a:accent6>
        <a:srgbClr val="CE6EC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8</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Swiss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Sundar Subramani</dc:creator>
  <cp:revision>1</cp:revision>
  <dcterms:modified xsi:type="dcterms:W3CDTF">2025-11-03T04:01:46Z</dcterms:modified>
</cp:coreProperties>
</file>